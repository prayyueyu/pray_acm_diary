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3" r:id="rId3"/>
    <p:sldId id="317" r:id="rId4"/>
    <p:sldId id="304" r:id="rId5"/>
    <p:sldId id="316" r:id="rId6"/>
    <p:sldId id="315" r:id="rId7"/>
    <p:sldId id="323" r:id="rId8"/>
    <p:sldId id="307" r:id="rId9"/>
    <p:sldId id="306" r:id="rId10"/>
    <p:sldId id="320" r:id="rId11"/>
    <p:sldId id="305" r:id="rId12"/>
    <p:sldId id="318" r:id="rId13"/>
    <p:sldId id="321" r:id="rId14"/>
    <p:sldId id="322" r:id="rId15"/>
    <p:sldId id="324" r:id="rId16"/>
    <p:sldId id="319" r:id="rId17"/>
    <p:sldId id="26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4CA1B8-492D-4DC1-BA4B-8F5DC75756AD}" v="2470" dt="2025-08-01T00:59:32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蒋凌宇_信科学院" userId="14f5e320-bdab-453c-a01f-8b5016c2029a" providerId="ADAL" clId="{524CA1B8-492D-4DC1-BA4B-8F5DC75756AD}"/>
    <pc:docChg chg="undo custSel addSld delSld modSld sldOrd">
      <pc:chgData name="蒋凌宇_信科学院" userId="14f5e320-bdab-453c-a01f-8b5016c2029a" providerId="ADAL" clId="{524CA1B8-492D-4DC1-BA4B-8F5DC75756AD}" dt="2025-08-01T00:59:32.379" v="4287" actId="20577"/>
      <pc:docMkLst>
        <pc:docMk/>
      </pc:docMkLst>
      <pc:sldChg chg="modSp mod">
        <pc:chgData name="蒋凌宇_信科学院" userId="14f5e320-bdab-453c-a01f-8b5016c2029a" providerId="ADAL" clId="{524CA1B8-492D-4DC1-BA4B-8F5DC75756AD}" dt="2025-07-31T18:00:03.661" v="23" actId="20577"/>
        <pc:sldMkLst>
          <pc:docMk/>
          <pc:sldMk cId="0" sldId="257"/>
        </pc:sldMkLst>
        <pc:spChg chg="mod">
          <ac:chgData name="蒋凌宇_信科学院" userId="14f5e320-bdab-453c-a01f-8b5016c2029a" providerId="ADAL" clId="{524CA1B8-492D-4DC1-BA4B-8F5DC75756AD}" dt="2025-07-31T17:59:58.014" v="13" actId="20577"/>
          <ac:spMkLst>
            <pc:docMk/>
            <pc:sldMk cId="0" sldId="257"/>
            <ac:spMk id="87041" creationId="{00000000-0000-0000-0000-000000000000}"/>
          </ac:spMkLst>
        </pc:spChg>
        <pc:spChg chg="mod">
          <ac:chgData name="蒋凌宇_信科学院" userId="14f5e320-bdab-453c-a01f-8b5016c2029a" providerId="ADAL" clId="{524CA1B8-492D-4DC1-BA4B-8F5DC75756AD}" dt="2025-07-31T18:00:03.661" v="23" actId="20577"/>
          <ac:spMkLst>
            <pc:docMk/>
            <pc:sldMk cId="0" sldId="257"/>
            <ac:spMk id="87042" creationId="{00000000-0000-0000-0000-000000000000}"/>
          </ac:spMkLst>
        </pc:spChg>
      </pc:sldChg>
      <pc:sldChg chg="addSp delSp modSp mod ord">
        <pc:chgData name="蒋凌宇_信科学院" userId="14f5e320-bdab-453c-a01f-8b5016c2029a" providerId="ADAL" clId="{524CA1B8-492D-4DC1-BA4B-8F5DC75756AD}" dt="2025-07-31T20:14:15.582" v="2576"/>
        <pc:sldMkLst>
          <pc:docMk/>
          <pc:sldMk cId="1999561870" sldId="303"/>
        </pc:sldMkLst>
        <pc:spChg chg="add del mod">
          <ac:chgData name="蒋凌宇_信科学院" userId="14f5e320-bdab-453c-a01f-8b5016c2029a" providerId="ADAL" clId="{524CA1B8-492D-4DC1-BA4B-8F5DC75756AD}" dt="2025-07-31T18:46:07.747" v="1756" actId="478"/>
          <ac:spMkLst>
            <pc:docMk/>
            <pc:sldMk cId="1999561870" sldId="303"/>
            <ac:spMk id="3" creationId="{0129C13E-0613-B92B-F843-878EFC16D40C}"/>
          </ac:spMkLst>
        </pc:spChg>
        <pc:spChg chg="mod">
          <ac:chgData name="蒋凌宇_信科学院" userId="14f5e320-bdab-453c-a01f-8b5016c2029a" providerId="ADAL" clId="{524CA1B8-492D-4DC1-BA4B-8F5DC75756AD}" dt="2025-07-31T18:44:43.613" v="1562" actId="20577"/>
          <ac:spMkLst>
            <pc:docMk/>
            <pc:sldMk cId="1999561870" sldId="303"/>
            <ac:spMk id="107521" creationId="{1D559EE4-369C-8572-E9B8-67FB5CA98323}"/>
          </ac:spMkLst>
        </pc:spChg>
        <pc:spChg chg="add del mod">
          <ac:chgData name="蒋凌宇_信科学院" userId="14f5e320-bdab-453c-a01f-8b5016c2029a" providerId="ADAL" clId="{524CA1B8-492D-4DC1-BA4B-8F5DC75756AD}" dt="2025-07-31T18:47:05.445" v="1947" actId="20577"/>
          <ac:spMkLst>
            <pc:docMk/>
            <pc:sldMk cId="1999561870" sldId="303"/>
            <ac:spMk id="107522" creationId="{8D169820-9D4B-7D87-06B1-32DFF051113D}"/>
          </ac:spMkLst>
        </pc:spChg>
      </pc:sldChg>
      <pc:sldChg chg="modSp mod ord">
        <pc:chgData name="蒋凌宇_信科学院" userId="14f5e320-bdab-453c-a01f-8b5016c2029a" providerId="ADAL" clId="{524CA1B8-492D-4DC1-BA4B-8F5DC75756AD}" dt="2025-07-31T20:14:25.511" v="2582"/>
        <pc:sldMkLst>
          <pc:docMk/>
          <pc:sldMk cId="1686792016" sldId="304"/>
        </pc:sldMkLst>
        <pc:spChg chg="mod">
          <ac:chgData name="蒋凌宇_信科学院" userId="14f5e320-bdab-453c-a01f-8b5016c2029a" providerId="ADAL" clId="{524CA1B8-492D-4DC1-BA4B-8F5DC75756AD}" dt="2025-07-31T20:08:05.157" v="2123" actId="20577"/>
          <ac:spMkLst>
            <pc:docMk/>
            <pc:sldMk cId="1686792016" sldId="304"/>
            <ac:spMk id="107521" creationId="{5369853F-E254-AA2C-9D2A-F555FAD1E916}"/>
          </ac:spMkLst>
        </pc:spChg>
        <pc:spChg chg="mod">
          <ac:chgData name="蒋凌宇_信科学院" userId="14f5e320-bdab-453c-a01f-8b5016c2029a" providerId="ADAL" clId="{524CA1B8-492D-4DC1-BA4B-8F5DC75756AD}" dt="2025-07-31T20:08:24.489" v="2232" actId="20577"/>
          <ac:spMkLst>
            <pc:docMk/>
            <pc:sldMk cId="1686792016" sldId="304"/>
            <ac:spMk id="107522" creationId="{861C8ACC-CAC7-5463-EE59-059486E2BBD6}"/>
          </ac:spMkLst>
        </pc:spChg>
      </pc:sldChg>
      <pc:sldChg chg="modSp mod">
        <pc:chgData name="蒋凌宇_信科学院" userId="14f5e320-bdab-453c-a01f-8b5016c2029a" providerId="ADAL" clId="{524CA1B8-492D-4DC1-BA4B-8F5DC75756AD}" dt="2025-07-31T18:25:11.506" v="1537" actId="20577"/>
        <pc:sldMkLst>
          <pc:docMk/>
          <pc:sldMk cId="4263307979" sldId="305"/>
        </pc:sldMkLst>
        <pc:spChg chg="mod">
          <ac:chgData name="蒋凌宇_信科学院" userId="14f5e320-bdab-453c-a01f-8b5016c2029a" providerId="ADAL" clId="{524CA1B8-492D-4DC1-BA4B-8F5DC75756AD}" dt="2025-07-31T18:07:13.062" v="47" actId="20577"/>
          <ac:spMkLst>
            <pc:docMk/>
            <pc:sldMk cId="4263307979" sldId="305"/>
            <ac:spMk id="107521" creationId="{124165D3-9279-084F-B683-53A362E8FE67}"/>
          </ac:spMkLst>
        </pc:spChg>
        <pc:spChg chg="mod">
          <ac:chgData name="蒋凌宇_信科学院" userId="14f5e320-bdab-453c-a01f-8b5016c2029a" providerId="ADAL" clId="{524CA1B8-492D-4DC1-BA4B-8F5DC75756AD}" dt="2025-07-31T18:25:11.506" v="1537" actId="20577"/>
          <ac:spMkLst>
            <pc:docMk/>
            <pc:sldMk cId="4263307979" sldId="305"/>
            <ac:spMk id="107522" creationId="{F34EE9BA-D9E7-4F21-AA5A-2BCCED8D5917}"/>
          </ac:spMkLst>
        </pc:spChg>
      </pc:sldChg>
      <pc:sldChg chg="modSp add mod ord">
        <pc:chgData name="蒋凌宇_信科学院" userId="14f5e320-bdab-453c-a01f-8b5016c2029a" providerId="ADAL" clId="{524CA1B8-492D-4DC1-BA4B-8F5DC75756AD}" dt="2025-08-01T00:59:32.379" v="4287" actId="20577"/>
        <pc:sldMkLst>
          <pc:docMk/>
          <pc:sldMk cId="1771314890" sldId="306"/>
        </pc:sldMkLst>
        <pc:spChg chg="mod">
          <ac:chgData name="蒋凌宇_信科学院" userId="14f5e320-bdab-453c-a01f-8b5016c2029a" providerId="ADAL" clId="{524CA1B8-492D-4DC1-BA4B-8F5DC75756AD}" dt="2025-08-01T00:56:18.401" v="4076" actId="20577"/>
          <ac:spMkLst>
            <pc:docMk/>
            <pc:sldMk cId="1771314890" sldId="306"/>
            <ac:spMk id="107521" creationId="{F319C206-359D-E215-7442-2A03C602E304}"/>
          </ac:spMkLst>
        </pc:spChg>
        <pc:spChg chg="mod">
          <ac:chgData name="蒋凌宇_信科学院" userId="14f5e320-bdab-453c-a01f-8b5016c2029a" providerId="ADAL" clId="{524CA1B8-492D-4DC1-BA4B-8F5DC75756AD}" dt="2025-08-01T00:59:32.379" v="4287" actId="20577"/>
          <ac:spMkLst>
            <pc:docMk/>
            <pc:sldMk cId="1771314890" sldId="306"/>
            <ac:spMk id="107522" creationId="{3E0492B8-96C2-37CD-E3DC-B5C18BA57B35}"/>
          </ac:spMkLst>
        </pc:spChg>
      </pc:sldChg>
      <pc:sldChg chg="modSp del mod">
        <pc:chgData name="蒋凌宇_信科学院" userId="14f5e320-bdab-453c-a01f-8b5016c2029a" providerId="ADAL" clId="{524CA1B8-492D-4DC1-BA4B-8F5DC75756AD}" dt="2025-08-01T00:54:24.795" v="4070" actId="2696"/>
        <pc:sldMkLst>
          <pc:docMk/>
          <pc:sldMk cId="2860731061" sldId="306"/>
        </pc:sldMkLst>
        <pc:spChg chg="mod">
          <ac:chgData name="蒋凌宇_信科学院" userId="14f5e320-bdab-453c-a01f-8b5016c2029a" providerId="ADAL" clId="{524CA1B8-492D-4DC1-BA4B-8F5DC75756AD}" dt="2025-07-31T18:47:41.608" v="1977" actId="20577"/>
          <ac:spMkLst>
            <pc:docMk/>
            <pc:sldMk cId="2860731061" sldId="306"/>
            <ac:spMk id="107521" creationId="{F319C206-359D-E215-7442-2A03C602E304}"/>
          </ac:spMkLst>
        </pc:spChg>
        <pc:spChg chg="mod">
          <ac:chgData name="蒋凌宇_信科学院" userId="14f5e320-bdab-453c-a01f-8b5016c2029a" providerId="ADAL" clId="{524CA1B8-492D-4DC1-BA4B-8F5DC75756AD}" dt="2025-07-31T18:48:35.671" v="2094" actId="20577"/>
          <ac:spMkLst>
            <pc:docMk/>
            <pc:sldMk cId="2860731061" sldId="306"/>
            <ac:spMk id="107522" creationId="{3E0492B8-96C2-37CD-E3DC-B5C18BA57B35}"/>
          </ac:spMkLst>
        </pc:spChg>
      </pc:sldChg>
      <pc:sldChg chg="modSp mod ord">
        <pc:chgData name="蒋凌宇_信科学院" userId="14f5e320-bdab-453c-a01f-8b5016c2029a" providerId="ADAL" clId="{524CA1B8-492D-4DC1-BA4B-8F5DC75756AD}" dt="2025-07-31T20:14:32.421" v="2588"/>
        <pc:sldMkLst>
          <pc:docMk/>
          <pc:sldMk cId="2107027833" sldId="307"/>
        </pc:sldMkLst>
        <pc:spChg chg="mod">
          <ac:chgData name="蒋凌宇_信科学院" userId="14f5e320-bdab-453c-a01f-8b5016c2029a" providerId="ADAL" clId="{524CA1B8-492D-4DC1-BA4B-8F5DC75756AD}" dt="2025-07-31T18:22:06.630" v="1123" actId="20577"/>
          <ac:spMkLst>
            <pc:docMk/>
            <pc:sldMk cId="2107027833" sldId="307"/>
            <ac:spMk id="107521" creationId="{4C36623D-D182-4651-7000-929BEA319087}"/>
          </ac:spMkLst>
        </pc:spChg>
        <pc:spChg chg="mod">
          <ac:chgData name="蒋凌宇_信科学院" userId="14f5e320-bdab-453c-a01f-8b5016c2029a" providerId="ADAL" clId="{524CA1B8-492D-4DC1-BA4B-8F5DC75756AD}" dt="2025-07-31T18:24:48.986" v="1511" actId="20577"/>
          <ac:spMkLst>
            <pc:docMk/>
            <pc:sldMk cId="2107027833" sldId="307"/>
            <ac:spMk id="107522" creationId="{67124A66-8776-CA36-F525-F5BD8EA5CE72}"/>
          </ac:spMkLst>
        </pc:spChg>
      </pc:sldChg>
      <pc:sldChg chg="del">
        <pc:chgData name="蒋凌宇_信科学院" userId="14f5e320-bdab-453c-a01f-8b5016c2029a" providerId="ADAL" clId="{524CA1B8-492D-4DC1-BA4B-8F5DC75756AD}" dt="2025-07-31T20:18:12.312" v="2651" actId="47"/>
        <pc:sldMkLst>
          <pc:docMk/>
          <pc:sldMk cId="3324727165" sldId="308"/>
        </pc:sldMkLst>
      </pc:sldChg>
      <pc:sldChg chg="del">
        <pc:chgData name="蒋凌宇_信科学院" userId="14f5e320-bdab-453c-a01f-8b5016c2029a" providerId="ADAL" clId="{524CA1B8-492D-4DC1-BA4B-8F5DC75756AD}" dt="2025-07-31T20:18:12.312" v="2651" actId="47"/>
        <pc:sldMkLst>
          <pc:docMk/>
          <pc:sldMk cId="1771450241" sldId="309"/>
        </pc:sldMkLst>
      </pc:sldChg>
      <pc:sldChg chg="del">
        <pc:chgData name="蒋凌宇_信科学院" userId="14f5e320-bdab-453c-a01f-8b5016c2029a" providerId="ADAL" clId="{524CA1B8-492D-4DC1-BA4B-8F5DC75756AD}" dt="2025-07-31T20:18:12.312" v="2651" actId="47"/>
        <pc:sldMkLst>
          <pc:docMk/>
          <pc:sldMk cId="3552494986" sldId="310"/>
        </pc:sldMkLst>
      </pc:sldChg>
      <pc:sldChg chg="del">
        <pc:chgData name="蒋凌宇_信科学院" userId="14f5e320-bdab-453c-a01f-8b5016c2029a" providerId="ADAL" clId="{524CA1B8-492D-4DC1-BA4B-8F5DC75756AD}" dt="2025-07-31T20:18:12.312" v="2651" actId="47"/>
        <pc:sldMkLst>
          <pc:docMk/>
          <pc:sldMk cId="3825914592" sldId="311"/>
        </pc:sldMkLst>
      </pc:sldChg>
      <pc:sldChg chg="del">
        <pc:chgData name="蒋凌宇_信科学院" userId="14f5e320-bdab-453c-a01f-8b5016c2029a" providerId="ADAL" clId="{524CA1B8-492D-4DC1-BA4B-8F5DC75756AD}" dt="2025-07-31T20:18:12.312" v="2651" actId="47"/>
        <pc:sldMkLst>
          <pc:docMk/>
          <pc:sldMk cId="846599804" sldId="312"/>
        </pc:sldMkLst>
      </pc:sldChg>
      <pc:sldChg chg="del">
        <pc:chgData name="蒋凌宇_信科学院" userId="14f5e320-bdab-453c-a01f-8b5016c2029a" providerId="ADAL" clId="{524CA1B8-492D-4DC1-BA4B-8F5DC75756AD}" dt="2025-07-31T20:18:12.312" v="2651" actId="47"/>
        <pc:sldMkLst>
          <pc:docMk/>
          <pc:sldMk cId="481787240" sldId="313"/>
        </pc:sldMkLst>
      </pc:sldChg>
      <pc:sldChg chg="del">
        <pc:chgData name="蒋凌宇_信科学院" userId="14f5e320-bdab-453c-a01f-8b5016c2029a" providerId="ADAL" clId="{524CA1B8-492D-4DC1-BA4B-8F5DC75756AD}" dt="2025-07-31T20:18:12.312" v="2651" actId="47"/>
        <pc:sldMkLst>
          <pc:docMk/>
          <pc:sldMk cId="35190710" sldId="314"/>
        </pc:sldMkLst>
      </pc:sldChg>
      <pc:sldChg chg="modSp add mod ord">
        <pc:chgData name="蒋凌宇_信科学院" userId="14f5e320-bdab-453c-a01f-8b5016c2029a" providerId="ADAL" clId="{524CA1B8-492D-4DC1-BA4B-8F5DC75756AD}" dt="2025-07-31T20:14:22.016" v="2580"/>
        <pc:sldMkLst>
          <pc:docMk/>
          <pc:sldMk cId="808995614" sldId="315"/>
        </pc:sldMkLst>
        <pc:spChg chg="mod">
          <ac:chgData name="蒋凌宇_信科学院" userId="14f5e320-bdab-453c-a01f-8b5016c2029a" providerId="ADAL" clId="{524CA1B8-492D-4DC1-BA4B-8F5DC75756AD}" dt="2025-07-31T18:10:49.081" v="361" actId="20577"/>
          <ac:spMkLst>
            <pc:docMk/>
            <pc:sldMk cId="808995614" sldId="315"/>
            <ac:spMk id="107521" creationId="{20CA9F67-9B7E-1E38-777F-9568385D4FBF}"/>
          </ac:spMkLst>
        </pc:spChg>
        <pc:spChg chg="mod">
          <ac:chgData name="蒋凌宇_信科学院" userId="14f5e320-bdab-453c-a01f-8b5016c2029a" providerId="ADAL" clId="{524CA1B8-492D-4DC1-BA4B-8F5DC75756AD}" dt="2025-07-31T18:15:21.105" v="1108" actId="20577"/>
          <ac:spMkLst>
            <pc:docMk/>
            <pc:sldMk cId="808995614" sldId="315"/>
            <ac:spMk id="107522" creationId="{3C5FE60C-6815-FF4A-252E-4CAD700F1C84}"/>
          </ac:spMkLst>
        </pc:spChg>
      </pc:sldChg>
      <pc:sldChg chg="modSp add mod ord">
        <pc:chgData name="蒋凌宇_信科学院" userId="14f5e320-bdab-453c-a01f-8b5016c2029a" providerId="ADAL" clId="{524CA1B8-492D-4DC1-BA4B-8F5DC75756AD}" dt="2025-07-31T20:14:27.044" v="2584"/>
        <pc:sldMkLst>
          <pc:docMk/>
          <pc:sldMk cId="2791553104" sldId="316"/>
        </pc:sldMkLst>
        <pc:spChg chg="mod">
          <ac:chgData name="蒋凌宇_信科学院" userId="14f5e320-bdab-453c-a01f-8b5016c2029a" providerId="ADAL" clId="{524CA1B8-492D-4DC1-BA4B-8F5DC75756AD}" dt="2025-07-31T20:08:31.055" v="2242" actId="20577"/>
          <ac:spMkLst>
            <pc:docMk/>
            <pc:sldMk cId="2791553104" sldId="316"/>
            <ac:spMk id="107521" creationId="{09332184-F0D1-C3E3-3BA4-479A0B4B32B7}"/>
          </ac:spMkLst>
        </pc:spChg>
        <pc:spChg chg="mod">
          <ac:chgData name="蒋凌宇_信科学院" userId="14f5e320-bdab-453c-a01f-8b5016c2029a" providerId="ADAL" clId="{524CA1B8-492D-4DC1-BA4B-8F5DC75756AD}" dt="2025-07-31T20:08:50.639" v="2288" actId="20577"/>
          <ac:spMkLst>
            <pc:docMk/>
            <pc:sldMk cId="2791553104" sldId="316"/>
            <ac:spMk id="107522" creationId="{6AD005DC-FFB5-0834-2F66-4191F793758B}"/>
          </ac:spMkLst>
        </pc:spChg>
      </pc:sldChg>
      <pc:sldChg chg="modSp add mod ord">
        <pc:chgData name="蒋凌宇_信科学院" userId="14f5e320-bdab-453c-a01f-8b5016c2029a" providerId="ADAL" clId="{524CA1B8-492D-4DC1-BA4B-8F5DC75756AD}" dt="2025-07-31T20:14:19.834" v="2578"/>
        <pc:sldMkLst>
          <pc:docMk/>
          <pc:sldMk cId="3812840099" sldId="317"/>
        </pc:sldMkLst>
        <pc:spChg chg="mod">
          <ac:chgData name="蒋凌宇_信科学院" userId="14f5e320-bdab-453c-a01f-8b5016c2029a" providerId="ADAL" clId="{524CA1B8-492D-4DC1-BA4B-8F5DC75756AD}" dt="2025-07-31T20:10:21.456" v="2299" actId="20577"/>
          <ac:spMkLst>
            <pc:docMk/>
            <pc:sldMk cId="3812840099" sldId="317"/>
            <ac:spMk id="107521" creationId="{ACADDDD0-6A6A-1E3C-B307-8351374C4B3D}"/>
          </ac:spMkLst>
        </pc:spChg>
        <pc:spChg chg="mod">
          <ac:chgData name="蒋凌宇_信科学院" userId="14f5e320-bdab-453c-a01f-8b5016c2029a" providerId="ADAL" clId="{524CA1B8-492D-4DC1-BA4B-8F5DC75756AD}" dt="2025-07-31T20:14:04.402" v="2574" actId="20577"/>
          <ac:spMkLst>
            <pc:docMk/>
            <pc:sldMk cId="3812840099" sldId="317"/>
            <ac:spMk id="107522" creationId="{41DFC1C4-2030-E852-6830-3C1908BE32DB}"/>
          </ac:spMkLst>
        </pc:spChg>
      </pc:sldChg>
      <pc:sldChg chg="modSp add mod ord">
        <pc:chgData name="蒋凌宇_信科学院" userId="14f5e320-bdab-453c-a01f-8b5016c2029a" providerId="ADAL" clId="{524CA1B8-492D-4DC1-BA4B-8F5DC75756AD}" dt="2025-07-31T20:40:14.606" v="2814"/>
        <pc:sldMkLst>
          <pc:docMk/>
          <pc:sldMk cId="1686504320" sldId="318"/>
        </pc:sldMkLst>
        <pc:spChg chg="mod">
          <ac:chgData name="蒋凌宇_信科学院" userId="14f5e320-bdab-453c-a01f-8b5016c2029a" providerId="ADAL" clId="{524CA1B8-492D-4DC1-BA4B-8F5DC75756AD}" dt="2025-07-31T20:17:11.292" v="2603" actId="20577"/>
          <ac:spMkLst>
            <pc:docMk/>
            <pc:sldMk cId="1686504320" sldId="318"/>
            <ac:spMk id="107521" creationId="{774CBD86-F261-60BE-E99E-9B18BEB31CC2}"/>
          </ac:spMkLst>
        </pc:spChg>
        <pc:spChg chg="mod">
          <ac:chgData name="蒋凌宇_信科学院" userId="14f5e320-bdab-453c-a01f-8b5016c2029a" providerId="ADAL" clId="{524CA1B8-492D-4DC1-BA4B-8F5DC75756AD}" dt="2025-07-31T20:17:35.553" v="2650" actId="20577"/>
          <ac:spMkLst>
            <pc:docMk/>
            <pc:sldMk cId="1686504320" sldId="318"/>
            <ac:spMk id="107522" creationId="{51BEEFD5-64B2-7EFD-B4A8-5735F4A902CF}"/>
          </ac:spMkLst>
        </pc:spChg>
      </pc:sldChg>
      <pc:sldChg chg="modSp add mod">
        <pc:chgData name="蒋凌宇_信科学院" userId="14f5e320-bdab-453c-a01f-8b5016c2029a" providerId="ADAL" clId="{524CA1B8-492D-4DC1-BA4B-8F5DC75756AD}" dt="2025-07-31T20:42:42.255" v="3073" actId="20577"/>
        <pc:sldMkLst>
          <pc:docMk/>
          <pc:sldMk cId="3046849127" sldId="319"/>
        </pc:sldMkLst>
        <pc:spChg chg="mod">
          <ac:chgData name="蒋凌宇_信科学院" userId="14f5e320-bdab-453c-a01f-8b5016c2029a" providerId="ADAL" clId="{524CA1B8-492D-4DC1-BA4B-8F5DC75756AD}" dt="2025-07-31T20:33:40.766" v="2673" actId="20577"/>
          <ac:spMkLst>
            <pc:docMk/>
            <pc:sldMk cId="3046849127" sldId="319"/>
            <ac:spMk id="107521" creationId="{9264C566-FE64-B39F-55E1-206E86BF3FB4}"/>
          </ac:spMkLst>
        </pc:spChg>
        <pc:spChg chg="mod">
          <ac:chgData name="蒋凌宇_信科学院" userId="14f5e320-bdab-453c-a01f-8b5016c2029a" providerId="ADAL" clId="{524CA1B8-492D-4DC1-BA4B-8F5DC75756AD}" dt="2025-07-31T20:42:42.255" v="3073" actId="20577"/>
          <ac:spMkLst>
            <pc:docMk/>
            <pc:sldMk cId="3046849127" sldId="319"/>
            <ac:spMk id="107522" creationId="{9B8F67C9-3BCD-CD56-0CE5-675B33B1BF00}"/>
          </ac:spMkLst>
        </pc:spChg>
      </pc:sldChg>
      <pc:sldChg chg="modSp add mod">
        <pc:chgData name="蒋凌宇_信科学院" userId="14f5e320-bdab-453c-a01f-8b5016c2029a" providerId="ADAL" clId="{524CA1B8-492D-4DC1-BA4B-8F5DC75756AD}" dt="2025-07-31T20:37:06.522" v="2811" actId="20577"/>
        <pc:sldMkLst>
          <pc:docMk/>
          <pc:sldMk cId="2179735118" sldId="320"/>
        </pc:sldMkLst>
        <pc:spChg chg="mod">
          <ac:chgData name="蒋凌宇_信科学院" userId="14f5e320-bdab-453c-a01f-8b5016c2029a" providerId="ADAL" clId="{524CA1B8-492D-4DC1-BA4B-8F5DC75756AD}" dt="2025-07-31T20:36:42.038" v="2752" actId="20577"/>
          <ac:spMkLst>
            <pc:docMk/>
            <pc:sldMk cId="2179735118" sldId="320"/>
            <ac:spMk id="107521" creationId="{FC0C8086-CB9E-2ECA-68D8-2D552901C8CB}"/>
          </ac:spMkLst>
        </pc:spChg>
        <pc:spChg chg="mod">
          <ac:chgData name="蒋凌宇_信科学院" userId="14f5e320-bdab-453c-a01f-8b5016c2029a" providerId="ADAL" clId="{524CA1B8-492D-4DC1-BA4B-8F5DC75756AD}" dt="2025-07-31T20:37:06.522" v="2811" actId="20577"/>
          <ac:spMkLst>
            <pc:docMk/>
            <pc:sldMk cId="2179735118" sldId="320"/>
            <ac:spMk id="107522" creationId="{10211043-B984-E40E-DA6F-569712DD3D15}"/>
          </ac:spMkLst>
        </pc:spChg>
      </pc:sldChg>
      <pc:sldChg chg="addSp delSp modSp add mod">
        <pc:chgData name="蒋凌宇_信科学院" userId="14f5e320-bdab-453c-a01f-8b5016c2029a" providerId="ADAL" clId="{524CA1B8-492D-4DC1-BA4B-8F5DC75756AD}" dt="2025-07-31T20:41:07.937" v="2882" actId="1076"/>
        <pc:sldMkLst>
          <pc:docMk/>
          <pc:sldMk cId="2271937978" sldId="321"/>
        </pc:sldMkLst>
        <pc:spChg chg="mod">
          <ac:chgData name="蒋凌宇_信科学院" userId="14f5e320-bdab-453c-a01f-8b5016c2029a" providerId="ADAL" clId="{524CA1B8-492D-4DC1-BA4B-8F5DC75756AD}" dt="2025-07-31T20:40:32.111" v="2872" actId="20577"/>
          <ac:spMkLst>
            <pc:docMk/>
            <pc:sldMk cId="2271937978" sldId="321"/>
            <ac:spMk id="107521" creationId="{19723254-64DD-5888-8358-3C59EE338042}"/>
          </ac:spMkLst>
        </pc:spChg>
        <pc:spChg chg="mod">
          <ac:chgData name="蒋凌宇_信科学院" userId="14f5e320-bdab-453c-a01f-8b5016c2029a" providerId="ADAL" clId="{524CA1B8-492D-4DC1-BA4B-8F5DC75756AD}" dt="2025-07-31T20:40:58.425" v="2875" actId="20577"/>
          <ac:spMkLst>
            <pc:docMk/>
            <pc:sldMk cId="2271937978" sldId="321"/>
            <ac:spMk id="107522" creationId="{5CC87233-9082-6CFF-985B-7CEAA0019D83}"/>
          </ac:spMkLst>
        </pc:spChg>
        <pc:picChg chg="add del">
          <ac:chgData name="蒋凌宇_信科学院" userId="14f5e320-bdab-453c-a01f-8b5016c2029a" providerId="ADAL" clId="{524CA1B8-492D-4DC1-BA4B-8F5DC75756AD}" dt="2025-07-31T20:40:57.441" v="2874" actId="22"/>
          <ac:picMkLst>
            <pc:docMk/>
            <pc:sldMk cId="2271937978" sldId="321"/>
            <ac:picMk id="3" creationId="{30B8954C-02DA-905F-9ACA-45A86904D85A}"/>
          </ac:picMkLst>
        </pc:picChg>
        <pc:picChg chg="add mod">
          <ac:chgData name="蒋凌宇_信科学院" userId="14f5e320-bdab-453c-a01f-8b5016c2029a" providerId="ADAL" clId="{524CA1B8-492D-4DC1-BA4B-8F5DC75756AD}" dt="2025-07-31T20:41:07.937" v="2882" actId="1076"/>
          <ac:picMkLst>
            <pc:docMk/>
            <pc:sldMk cId="2271937978" sldId="321"/>
            <ac:picMk id="5" creationId="{256AB11A-8CEB-B547-6C75-3485AEA3000E}"/>
          </ac:picMkLst>
        </pc:picChg>
      </pc:sldChg>
      <pc:sldChg chg="delSp modSp add mod ord">
        <pc:chgData name="蒋凌宇_信科学院" userId="14f5e320-bdab-453c-a01f-8b5016c2029a" providerId="ADAL" clId="{524CA1B8-492D-4DC1-BA4B-8F5DC75756AD}" dt="2025-07-31T20:46:56.089" v="3351" actId="20577"/>
        <pc:sldMkLst>
          <pc:docMk/>
          <pc:sldMk cId="3079343625" sldId="322"/>
        </pc:sldMkLst>
        <pc:spChg chg="mod">
          <ac:chgData name="蒋凌宇_信科学院" userId="14f5e320-bdab-453c-a01f-8b5016c2029a" providerId="ADAL" clId="{524CA1B8-492D-4DC1-BA4B-8F5DC75756AD}" dt="2025-07-31T20:45:19.406" v="3081" actId="20577"/>
          <ac:spMkLst>
            <pc:docMk/>
            <pc:sldMk cId="3079343625" sldId="322"/>
            <ac:spMk id="107521" creationId="{269CABDF-2D52-5F6D-CF02-6DEBB72A5DF6}"/>
          </ac:spMkLst>
        </pc:spChg>
        <pc:spChg chg="mod">
          <ac:chgData name="蒋凌宇_信科学院" userId="14f5e320-bdab-453c-a01f-8b5016c2029a" providerId="ADAL" clId="{524CA1B8-492D-4DC1-BA4B-8F5DC75756AD}" dt="2025-07-31T20:46:56.089" v="3351" actId="20577"/>
          <ac:spMkLst>
            <pc:docMk/>
            <pc:sldMk cId="3079343625" sldId="322"/>
            <ac:spMk id="107522" creationId="{57B2B9E6-AE6E-D059-705E-07E3FBD45B39}"/>
          </ac:spMkLst>
        </pc:spChg>
        <pc:picChg chg="del">
          <ac:chgData name="蒋凌宇_信科学院" userId="14f5e320-bdab-453c-a01f-8b5016c2029a" providerId="ADAL" clId="{524CA1B8-492D-4DC1-BA4B-8F5DC75756AD}" dt="2025-07-31T20:45:20.582" v="3082" actId="478"/>
          <ac:picMkLst>
            <pc:docMk/>
            <pc:sldMk cId="3079343625" sldId="322"/>
            <ac:picMk id="5" creationId="{87FE8BC2-19C3-F295-6437-445F54D21FE4}"/>
          </ac:picMkLst>
        </pc:picChg>
      </pc:sldChg>
      <pc:sldChg chg="modSp new mod">
        <pc:chgData name="蒋凌宇_信科学院" userId="14f5e320-bdab-453c-a01f-8b5016c2029a" providerId="ADAL" clId="{524CA1B8-492D-4DC1-BA4B-8F5DC75756AD}" dt="2025-07-31T20:58:59.299" v="3804" actId="20577"/>
        <pc:sldMkLst>
          <pc:docMk/>
          <pc:sldMk cId="1934144186" sldId="323"/>
        </pc:sldMkLst>
        <pc:spChg chg="mod">
          <ac:chgData name="蒋凌宇_信科学院" userId="14f5e320-bdab-453c-a01f-8b5016c2029a" providerId="ADAL" clId="{524CA1B8-492D-4DC1-BA4B-8F5DC75756AD}" dt="2025-07-31T20:55:55.044" v="3379" actId="20577"/>
          <ac:spMkLst>
            <pc:docMk/>
            <pc:sldMk cId="1934144186" sldId="323"/>
            <ac:spMk id="2" creationId="{085C5F6D-D500-3CB1-6A00-EB258E054C58}"/>
          </ac:spMkLst>
        </pc:spChg>
        <pc:spChg chg="mod">
          <ac:chgData name="蒋凌宇_信科学院" userId="14f5e320-bdab-453c-a01f-8b5016c2029a" providerId="ADAL" clId="{524CA1B8-492D-4DC1-BA4B-8F5DC75756AD}" dt="2025-07-31T20:58:59.299" v="3804" actId="20577"/>
          <ac:spMkLst>
            <pc:docMk/>
            <pc:sldMk cId="1934144186" sldId="323"/>
            <ac:spMk id="3" creationId="{592E8CD6-0616-2737-EB16-424C9B1E655C}"/>
          </ac:spMkLst>
        </pc:spChg>
      </pc:sldChg>
      <pc:sldChg chg="modSp add mod">
        <pc:chgData name="蒋凌宇_信科学院" userId="14f5e320-bdab-453c-a01f-8b5016c2029a" providerId="ADAL" clId="{524CA1B8-492D-4DC1-BA4B-8F5DC75756AD}" dt="2025-07-31T21:12:46.600" v="4069" actId="6549"/>
        <pc:sldMkLst>
          <pc:docMk/>
          <pc:sldMk cId="3131717863" sldId="324"/>
        </pc:sldMkLst>
        <pc:spChg chg="mod">
          <ac:chgData name="蒋凌宇_信科学院" userId="14f5e320-bdab-453c-a01f-8b5016c2029a" providerId="ADAL" clId="{524CA1B8-492D-4DC1-BA4B-8F5DC75756AD}" dt="2025-07-31T21:10:05.292" v="3812" actId="20577"/>
          <ac:spMkLst>
            <pc:docMk/>
            <pc:sldMk cId="3131717863" sldId="324"/>
            <ac:spMk id="107521" creationId="{E8778EF3-C744-787C-4FA1-8D88DC28344D}"/>
          </ac:spMkLst>
        </pc:spChg>
        <pc:spChg chg="mod">
          <ac:chgData name="蒋凌宇_信科学院" userId="14f5e320-bdab-453c-a01f-8b5016c2029a" providerId="ADAL" clId="{524CA1B8-492D-4DC1-BA4B-8F5DC75756AD}" dt="2025-07-31T21:12:46.600" v="4069" actId="6549"/>
          <ac:spMkLst>
            <pc:docMk/>
            <pc:sldMk cId="3131717863" sldId="324"/>
            <ac:spMk id="107522" creationId="{9433D447-4639-66AF-32A1-78AC8A742E7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82F42-3AE6-34FA-FCF4-D6EA6AF27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3593C3-F099-65B4-DAC9-06772E7B1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3BAA5D-D083-2C10-F612-D84751787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F1CB2-B943-9C51-16A2-37EF8F208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3E75B-7FEE-3756-4070-15196C48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146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96C48-F264-C4B6-8F96-4301A2873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8A6B72-CFBE-54E4-C8B1-67D9EF74A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646D0C-346D-D1B8-5B11-8921E1C1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E0C10B-675B-FA60-3D46-9D466A7F7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89196F-29CB-192D-CCFE-4F29276D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05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9F376-1FC4-D285-CF36-0495FEAC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1E06CA-6D0B-DB90-4C8E-3D572EE33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ED46A-4BAA-D639-479C-182AB00BB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AB013-C332-C06B-F763-2FAA023B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DAB5D6-3E7F-C98D-F9FF-4A853D56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63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25926-883B-7546-908F-095AAB179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9C84B9-C80A-0E8F-E7B5-DAC61CF6B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840CE5-001B-3AF3-E64A-9D51DE15B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485012-7AF7-6A92-B7C4-A710157D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D9532-358E-26FC-9D8F-C12B1B8E8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83DDBF-0A96-766F-E8CE-D4AAC710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35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E8434-A7B8-E73C-471D-C9A2F546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A9532B-D7BD-E3DB-3D27-2E484EEAE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F383E3-F2EC-E2AC-2653-BDE7F3AB5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D12835-65C8-8998-0801-341842E88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B1F51D-A37B-B574-1CD4-6E755CB05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3AB4E2-59C6-607A-FDFE-C5C73C14E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E1C6CF-B5DB-0D2A-126A-F1965418E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27AA69-D5E4-B60B-5765-269D2352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45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B66B4-2DA7-E96B-8CC9-DD0BF9AF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06A59C-278E-FB9F-CA0E-DD8FBCB9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556735-28EE-21CD-E05E-49A0AFD1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8E9734-2118-4481-2E4C-051918D8E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743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0526B1-16CC-5F5E-0FF4-52F5327CB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9B4D18-6D3D-7DB0-F924-63319ECA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3D652F-9135-C5EA-C386-006DA2D43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8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9D754-CB28-EA48-597C-CF9BACC18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7261CD-F3F4-38CF-64BC-EE9CCC3FB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0E31ED-B10C-0EEF-6C78-C30CFA40F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06A842-842E-0B1A-CCF8-CC871046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BDE8B9-504E-98A2-AFF9-BFE80A839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0A80CC-9919-30AF-8CAE-9A98EC11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222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30BFD-8824-C43B-B1BB-CF67429A4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6F268B-0F9B-40CD-CC14-371EDEFA0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45AE18-16B8-F1FD-090C-A6C4DE9CB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715F04-3EBC-C9A2-BC78-0E2ECDC2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A2C7A7-BDF4-AFA5-D7AC-12EAF627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977594-0D89-F46D-35E4-82536FA5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16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CD301-336B-DE36-D877-19565070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8ADCF6-D312-1F29-BB94-FBCA06B15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83F0BB-F917-063E-DBDC-1F0A7F337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F8F9B3-31E3-C375-C82C-B5A7F266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894CF3-AC94-8623-4810-60E9EDF70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914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2BCB60-76A1-68C7-8C67-033472840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AD6326-03C9-5CFC-EC66-2537EDA7B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1A7D09-0FB1-F6AD-AFBE-F3544128D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A815-127A-4AFC-90CB-4B5C387AE32A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48D350-D1E6-DD1B-43BC-F24EABFD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E76A50-C6B8-356A-C273-278648CD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205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8197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/>
              <a:t>单击此处编辑母版标题样式</a:t>
            </a:r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/>
              <a:t>单击此处编辑母版文本样式</a:t>
            </a:r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6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2765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17411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2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3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4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5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6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7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8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9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0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1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2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3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4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5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6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7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8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9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0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1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2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3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4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5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6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7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8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9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0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1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2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3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4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5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6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7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8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9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0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1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2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3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4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5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6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7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8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9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0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1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2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3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4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8452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861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/>
              <a:t>单击此处编辑母版标题样式</a:t>
            </a:r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/>
              <a:t>单击此处编辑母版文本样式</a:t>
            </a:r>
          </a:p>
          <a:p>
            <a:pPr lvl="1" fontAlgn="auto"/>
            <a:r>
              <a:rPr kumimoji="1" lang="zh-CN" altLang="en-US" strike="noStrike" noProof="1"/>
              <a:t>二级</a:t>
            </a:r>
          </a:p>
          <a:p>
            <a:pPr lvl="2" fontAlgn="auto"/>
            <a:r>
              <a:rPr kumimoji="1" lang="zh-CN" altLang="en-US" strike="noStrike" noProof="1"/>
              <a:t>三级</a:t>
            </a:r>
          </a:p>
          <a:p>
            <a:pPr lvl="3" fontAlgn="auto"/>
            <a:r>
              <a:rPr kumimoji="1" lang="zh-CN" altLang="en-US" strike="noStrike" noProof="1"/>
              <a:t>四级</a:t>
            </a:r>
          </a:p>
          <a:p>
            <a:pPr lvl="4" fontAlgn="auto"/>
            <a:r>
              <a:rPr kumimoji="1" lang="zh-CN" altLang="en-US" strike="noStrike" noProof="1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25432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BFD195-2907-5E72-46F9-CB1C53D9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E297D4-5960-82EC-3570-717DBD66B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AA49C2-616E-FCA7-FCDF-28D4E9827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1A815-127A-4AFC-90CB-4B5C387AE32A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A49290-2C89-C508-18DE-10E0759C5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4CCDD2-ACA4-377B-F670-163069D0E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50F83-7C07-4EC5-ACEA-B5E4FB923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5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标题 1"/>
          <p:cNvSpPr>
            <a:spLocks noGrp="1"/>
          </p:cNvSpPr>
          <p:nvPr>
            <p:ph type="title"/>
          </p:nvPr>
        </p:nvSpPr>
        <p:spPr>
          <a:xfrm>
            <a:off x="2052638" y="2012950"/>
            <a:ext cx="8086725" cy="985838"/>
          </a:xfrm>
          <a:noFill/>
          <a:ln>
            <a:noFill/>
          </a:ln>
        </p:spPr>
        <p:txBody>
          <a:bodyPr anchor="ctr"/>
          <a:lstStyle/>
          <a:p>
            <a:pPr defTabSz="914400">
              <a:buNone/>
            </a:pPr>
            <a:r>
              <a:rPr lang="zh-CN" altLang="en-US" kern="1200" dirty="0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数学专题</a:t>
            </a:r>
          </a:p>
        </p:txBody>
      </p:sp>
      <p:sp>
        <p:nvSpPr>
          <p:cNvPr id="87042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3386138" y="4899025"/>
            <a:ext cx="5419725" cy="327025"/>
          </a:xfrm>
          <a:noFill/>
          <a:ln>
            <a:noFill/>
          </a:ln>
        </p:spPr>
        <p:txBody>
          <a:bodyPr anchor="t">
            <a:normAutofit fontScale="92500" lnSpcReduction="10000"/>
          </a:bodyPr>
          <a:lstStyle/>
          <a:p>
            <a:pPr defTabSz="914400"/>
            <a:r>
              <a:rPr lang="en-US" altLang="zh-CN" kern="1200" dirty="0">
                <a:latin typeface="微软雅黑" pitchFamily="34" charset="-122"/>
                <a:ea typeface="微软雅黑" pitchFamily="34" charset="-122"/>
                <a:cs typeface="+mn-cs"/>
              </a:rPr>
              <a:t>2025.08.01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ED81D-876B-47A4-47F9-BF9CAF24D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1D559EE4-369C-8572-E9B8-67FB5CA9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线性基：</a:t>
            </a:r>
            <a:r>
              <a:rPr lang="en-US" altLang="zh-CN" sz="4000" dirty="0"/>
              <a:t>HDU6865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8D169820-9D4B-7D87-06B1-32DFF051113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>
                <a:normAutofit fontScale="92500"/>
              </a:bodyPr>
              <a:lstStyle/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给定两个序列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1…</m:t>
                        </m:r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𝑛</m:t>
                        </m:r>
                      </m:sub>
                    </m:sSub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1…</m:t>
                        </m:r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和一个集合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𝑆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求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𝑎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有哪些长度为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𝑚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的子段能匹配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𝑏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两个数组能匹配当且仅当对应位置的异或和等于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的某个子集的异或和。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8D169820-9D4B-7D87-06B1-32DFF0511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166" t="-9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561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EA44-499D-BF65-D40F-28E4D2DA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ACADDDD0-6A6A-1E3C-B307-8351374C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线性基？：</a:t>
            </a:r>
            <a:r>
              <a:rPr lang="en-US" altLang="zh-CN" sz="4000" dirty="0"/>
              <a:t>ARC199B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41DFC1C4-2030-E852-6830-3C1908BE32D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/>
              <a:lstStyle/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一个长度为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𝑁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的序列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𝐴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，在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p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次操作内使得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=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𝐾</m:t>
                    </m:r>
                  </m:oMath>
                </a14:m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选择一个</a:t>
                </a:r>
                <a:r>
                  <a:rPr lang="en-US" altLang="zh-CN" sz="2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，将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同时变成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altLang="zh-CN" sz="26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⊕</m:t>
                    </m:r>
                    <m:sSub>
                      <m:sSubPr>
                        <m:ctrlP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。</a:t>
                </a:r>
                <a:endParaRPr lang="en-US" altLang="zh-CN" sz="26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𝑁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≤60,</m:t>
                    </m:r>
                    <m:sSub>
                      <m:sSub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,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𝐾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&lt;</m:t>
                    </m:r>
                    <m:sSup>
                      <m:sSup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p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60</m:t>
                        </m:r>
                      </m:sup>
                    </m:sSup>
                  </m:oMath>
                </a14:m>
                <a:endParaRPr lang="zh-CN" altLang="en-US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41DFC1C4-2030-E852-6830-3C1908BE3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2840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F579-F2C0-5348-34AF-CDC0C9800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5369853F-E254-AA2C-9D2A-F555FAD1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线性基：区间线性基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07522" name="文本占位符 2">
            <a:extLst>
              <a:ext uri="{FF2B5EF4-FFF2-40B4-BE49-F238E27FC236}">
                <a16:creationId xmlns:a16="http://schemas.microsoft.com/office/drawing/2014/main" id="{861C8ACC-CAC7-5463-EE59-059486E2BB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154" y="1041400"/>
            <a:ext cx="11501669" cy="5505450"/>
          </a:xfrm>
          <a:noFill/>
          <a:ln>
            <a:noFill/>
          </a:ln>
        </p:spPr>
        <p:txBody>
          <a:bodyPr anchor="t"/>
          <a:lstStyle/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zh-CN" altLang="en-US" sz="2800" kern="1200" dirty="0">
                <a:latin typeface="微软雅黑" pitchFamily="34" charset="-122"/>
                <a:ea typeface="微软雅黑" pitchFamily="34" charset="-122"/>
                <a:cs typeface="+mn-cs"/>
              </a:rPr>
              <a:t>给一个非负整数序列，多次询问区间的线性基</a:t>
            </a:r>
          </a:p>
        </p:txBody>
      </p:sp>
    </p:spTree>
    <p:extLst>
      <p:ext uri="{BB962C8B-B14F-4D97-AF65-F5344CB8AC3E}">
        <p14:creationId xmlns:p14="http://schemas.microsoft.com/office/powerpoint/2010/main" val="168679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41ED7-B05C-5595-004B-9E9685DCF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09332184-F0D1-C3E3-3BA4-479A0B4B3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线性基：树上线性基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07522" name="文本占位符 2">
            <a:extLst>
              <a:ext uri="{FF2B5EF4-FFF2-40B4-BE49-F238E27FC236}">
                <a16:creationId xmlns:a16="http://schemas.microsoft.com/office/drawing/2014/main" id="{6AD005DC-FFB5-0834-2F66-4191F7937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154" y="1041400"/>
            <a:ext cx="11501669" cy="5505450"/>
          </a:xfrm>
          <a:noFill/>
          <a:ln>
            <a:noFill/>
          </a:ln>
        </p:spPr>
        <p:txBody>
          <a:bodyPr anchor="t"/>
          <a:lstStyle/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zh-CN" altLang="en-US" sz="2800" kern="1200" dirty="0">
                <a:latin typeface="微软雅黑" pitchFamily="34" charset="-122"/>
                <a:ea typeface="微软雅黑" pitchFamily="34" charset="-122"/>
                <a:cs typeface="+mn-cs"/>
              </a:rPr>
              <a:t>给一棵树，多次询问路</a:t>
            </a:r>
            <a:r>
              <a:rPr lang="zh-CN" altLang="en-US" sz="2800" dirty="0"/>
              <a:t>径上顶点</a:t>
            </a:r>
            <a:r>
              <a:rPr lang="zh-CN" altLang="en-US" sz="2800" kern="1200" dirty="0">
                <a:latin typeface="微软雅黑" pitchFamily="34" charset="-122"/>
                <a:ea typeface="微软雅黑" pitchFamily="34" charset="-122"/>
                <a:cs typeface="+mn-cs"/>
              </a:rPr>
              <a:t>的线性基</a:t>
            </a:r>
          </a:p>
        </p:txBody>
      </p:sp>
    </p:spTree>
    <p:extLst>
      <p:ext uri="{BB962C8B-B14F-4D97-AF65-F5344CB8AC3E}">
        <p14:creationId xmlns:p14="http://schemas.microsoft.com/office/powerpoint/2010/main" val="2791553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8C694-6A2A-3975-88F3-EABB78BF5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20CA9F67-9B7E-1E38-777F-9568385D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线性基：</a:t>
            </a:r>
            <a:r>
              <a:rPr lang="en-US" altLang="zh-CN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QOJ10983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3C5FE60C-6815-FF4A-252E-4CAD700F1C84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>
                <a:normAutofit/>
              </a:bodyPr>
              <a:lstStyle/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有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棵树，接下来 </a:t>
                </a:r>
                <a14:m>
                  <m:oMath xmlns:m="http://schemas.openxmlformats.org/officeDocument/2006/math">
                    <m:r>
                      <a:rPr lang="en-US" altLang="zh-CN" sz="26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𝐾</m:t>
                    </m:r>
                  </m:oMath>
                </a14:m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天，第 </a:t>
                </a:r>
                <a14:m>
                  <m:oMath xmlns:m="http://schemas.openxmlformats.org/officeDocument/2006/math">
                    <m:r>
                      <a:rPr lang="en-US" altLang="zh-CN" sz="26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𝑖</m:t>
                    </m:r>
                  </m:oMath>
                </a14:m>
                <a:r>
                  <a:rPr lang="en-US" altLang="zh-CN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600" dirty="0"/>
                  <a:t>棵树在第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天会开一朵颜色为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𝑆</m:t>
                        </m:r>
                      </m:e>
                      <m:sub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,</m:t>
                        </m:r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的花。</a:t>
                </a:r>
                <a:endParaRPr lang="en-US" altLang="zh-CN" sz="26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4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altLang="zh-CN" sz="24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dPr>
                      <m:e>
                        <m:r>
                          <a:rPr lang="en-US" altLang="zh-CN" sz="24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𝑅</m:t>
                        </m:r>
                        <m:r>
                          <a:rPr lang="en-US" altLang="zh-CN" sz="24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,</m:t>
                        </m:r>
                        <m:r>
                          <a:rPr lang="en-US" altLang="zh-CN" sz="24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𝐺</m:t>
                        </m:r>
                        <m:r>
                          <a:rPr lang="en-US" altLang="zh-CN" sz="24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,</m:t>
                        </m:r>
                        <m:r>
                          <a:rPr lang="en-US" altLang="zh-CN" sz="24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𝐵</m:t>
                        </m:r>
                      </m:e>
                    </m:d>
                  </m:oMath>
                </a14:m>
                <a:endParaRPr lang="en-US" altLang="zh-CN" sz="24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我们希望每一天在所有树上开的花可以分成若干组，每组要么是三朵颜色相同的花，要么是三种颜色的花各一朵。</a:t>
                </a:r>
                <a:endParaRPr lang="en-US" altLang="zh-CN" sz="26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600" dirty="0"/>
                  <a:t>你可以对一棵树操作，使得它要么在全部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zh-CN" altLang="en-US" sz="2600" dirty="0"/>
                  <a:t> 天都不开花，要么在全部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天每天开两朵花。</a:t>
                </a:r>
                <a:endParaRPr lang="en-US" altLang="zh-CN" sz="26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所有操作的代价是操作过的树的下标最大值，最小化操作代价。</a:t>
                </a:r>
                <a:endParaRPr lang="en-US" altLang="zh-CN" sz="26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6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𝑁𝐾</m:t>
                    </m:r>
                    <m:r>
                      <a:rPr lang="en-US" altLang="zh-CN" sz="26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</m:t>
                    </m:r>
                    <m:sSup>
                      <m:sSupPr>
                        <m:ctrlP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pPr>
                      <m:e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lang="en-US" altLang="zh-CN" sz="26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5</m:t>
                        </m:r>
                      </m:sup>
                    </m:sSup>
                  </m:oMath>
                </a14:m>
                <a:endParaRPr lang="en-US" altLang="zh-CN" sz="26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3C5FE60C-6815-FF4A-252E-4CAD700F1C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995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C5F6D-D500-3CB1-6A00-EB258E054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线性基：</a:t>
            </a:r>
            <a:r>
              <a:rPr lang="en-US" altLang="zh-CN" dirty="0"/>
              <a:t>CF2097D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592E8CD6-0616-2737-EB16-424C9B1E655C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给定两个 </a:t>
                </a:r>
                <a:r>
                  <a:rPr lang="en-US" altLang="zh-CN" dirty="0"/>
                  <a:t>01 </a:t>
                </a:r>
                <a:r>
                  <a:rPr lang="zh-CN" altLang="en-US" dirty="0"/>
                  <a:t>串，判断能否通过下列操作从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/>
                  <a:t> 变成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/>
                  <a:t>：</a:t>
                </a:r>
                <a:endParaRPr lang="en-US" altLang="zh-CN" dirty="0"/>
              </a:p>
              <a:p>
                <a:r>
                  <a:rPr lang="zh-CN" altLang="en-US" dirty="0"/>
                  <a:t>长度是奇数无法操作。</a:t>
                </a:r>
                <a:endParaRPr lang="en-US" altLang="zh-CN" dirty="0"/>
              </a:p>
              <a:p>
                <a:r>
                  <a:rPr lang="zh-CN" altLang="en-US" dirty="0"/>
                  <a:t>长度是偶数时，设分成两半是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，可以重复任意多次：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对每个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对每个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对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和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分别递归操作。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592E8CD6-0616-2737-EB16-424C9B1E65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144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3AEA7-6480-42E1-E6BC-E5AC6675B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4C36623D-D182-4651-7000-929BEA31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en-US" altLang="zh-CN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GCD?</a:t>
            </a:r>
            <a:r>
              <a:rPr lang="zh-CN" altLang="en-US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：</a:t>
            </a:r>
            <a:r>
              <a:rPr lang="en-US" altLang="zh-CN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QOJ10725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67124A66-8776-CA36-F525-F5BD8EA5CE72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一个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×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的矩阵，矩阵中的数小于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p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9</m:t>
                        </m:r>
                      </m:sup>
                    </m:sSup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dirty="0"/>
                  <a:t>且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不以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0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结尾。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𝑞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次操作，每次选一条对角线（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𝑖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+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𝑗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=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𝑡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或者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𝑖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−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𝑗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=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𝑡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），将对角线上的数分别变成自身的翻转。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每次操作后求所有数的 </a:t>
                </a:r>
                <a:r>
                  <a:rPr lang="en-US" altLang="zh-CN" sz="2800" dirty="0"/>
                  <a:t>GCD</a:t>
                </a:r>
                <a:r>
                  <a:rPr lang="zh-CN" altLang="en-US" sz="2800" dirty="0"/>
                  <a:t>。</a:t>
                </a:r>
                <a:endParaRPr lang="en-US" altLang="zh-CN" sz="28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≤1000,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𝑞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</m:t>
                    </m:r>
                    <m:sSup>
                      <m:sSup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p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6</m:t>
                        </m:r>
                      </m:sup>
                    </m:sSup>
                  </m:oMath>
                </a14:m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67124A66-8776-CA36-F525-F5BD8EA5C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7027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A7F6-3A9F-5EEC-814A-DD0722D7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F319C206-359D-E215-7442-2A03C602E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en-US" altLang="zh-CN" sz="4000" dirty="0"/>
              <a:t>GCD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3E0492B8-96C2-37CD-E3DC-B5C18BA57B35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800" b="0" kern="1200" dirty="0">
                    <a:ea typeface="微软雅黑" pitchFamily="34" charset="-122"/>
                    <a:cs typeface="+mn-cs"/>
                  </a:rPr>
                  <a:t>长度为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</m:oMath>
                </a14:m>
                <a:r>
                  <a:rPr lang="zh-CN" altLang="en-US" sz="2800" b="0" kern="1200" dirty="0">
                    <a:ea typeface="微软雅黑" pitchFamily="34" charset="-122"/>
                    <a:cs typeface="+mn-cs"/>
                  </a:rPr>
                  <a:t> 的数组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，可以交换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，最大化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0" i="1" kern="1200" smtClean="0">
                                <a:latin typeface="Cambria Math" panose="02040503050406030204" pitchFamily="18" charset="0"/>
                                <a:ea typeface="微软雅黑" pitchFamily="34" charset="-122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0" i="1" kern="1200" smtClean="0"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kern="1200" smtClean="0"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+mn-cs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b="0" i="1" kern="1200" smtClean="0"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800" b="0" i="1" kern="1200" smtClean="0">
                                <a:latin typeface="Cambria Math" panose="02040503050406030204" pitchFamily="18" charset="0"/>
                                <a:ea typeface="微软雅黑" pitchFamily="34" charset="-122"/>
                                <a:cs typeface="+mn-cs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sz="2800" b="0" i="1" kern="1200" smtClean="0"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kern="1200" smtClean="0"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+mn-cs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800" b="0" i="1" kern="1200" smtClean="0"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+mn-cs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800" b="0" i="0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gcd</m:t>
                        </m:r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⁡(</m:t>
                        </m:r>
                        <m:sSub>
                          <m:sSubPr>
                            <m:ctrlPr>
                              <a:rPr lang="en-US" altLang="zh-CN" sz="2800" b="0" i="1" kern="1200" smtClean="0">
                                <a:latin typeface="Cambria Math" panose="02040503050406030204" pitchFamily="18" charset="0"/>
                                <a:ea typeface="微软雅黑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altLang="zh-CN" sz="2800" b="0" i="1" kern="1200" smtClean="0">
                                <a:latin typeface="Cambria Math" panose="02040503050406030204" pitchFamily="18" charset="0"/>
                                <a:ea typeface="微软雅黑" pitchFamily="34" charset="-122"/>
                                <a:cs typeface="+mn-cs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800" b="0" i="1" kern="1200" smtClean="0">
                                <a:latin typeface="Cambria Math" panose="02040503050406030204" pitchFamily="18" charset="0"/>
                                <a:ea typeface="微软雅黑" pitchFamily="34" charset="-122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b="0" i="1" kern="1200" smtClean="0">
                                <a:latin typeface="Cambria Math" panose="02040503050406030204" pitchFamily="18" charset="0"/>
                                <a:ea typeface="微软雅黑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altLang="zh-CN" sz="2800" b="0" i="1" kern="1200" smtClean="0">
                                <a:latin typeface="Cambria Math" panose="02040503050406030204" pitchFamily="18" charset="0"/>
                                <a:ea typeface="微软雅黑" pitchFamily="34" charset="-122"/>
                                <a:cs typeface="+mn-cs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800" b="0" i="1" kern="1200" smtClean="0">
                                <a:latin typeface="Cambria Math" panose="02040503050406030204" pitchFamily="18" charset="0"/>
                                <a:ea typeface="微软雅黑" pitchFamily="34" charset="-122"/>
                                <a:cs typeface="+mn-cs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)</m:t>
                        </m:r>
                      </m:e>
                    </m:func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</m:t>
                    </m:r>
                    <m:sSup>
                      <m:sSup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p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6</m:t>
                        </m:r>
                      </m:sup>
                    </m:sSup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≤500000,</m:t>
                    </m:r>
                    <m:sSub>
                      <m:sSub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&lt;</m:t>
                    </m:r>
                    <m:sSup>
                      <m:sSup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p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63</m:t>
                        </m:r>
                      </m:sup>
                    </m:sSup>
                  </m:oMath>
                </a14:m>
                <a:endParaRPr lang="zh-CN" altLang="en-US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mc:Choice>
        <mc:Fallback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3E0492B8-96C2-37CD-E3DC-B5C18BA57B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314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56213-048A-039C-C164-3FCE83645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FC0C8086-CB9E-2ECA-68D8-2D552901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区间 </a:t>
            </a:r>
            <a:r>
              <a:rPr lang="en-US" altLang="zh-CN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LCM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07522" name="文本占位符 2">
            <a:extLst>
              <a:ext uri="{FF2B5EF4-FFF2-40B4-BE49-F238E27FC236}">
                <a16:creationId xmlns:a16="http://schemas.microsoft.com/office/drawing/2014/main" id="{10211043-B984-E40E-DA6F-569712DD3D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154" y="1041400"/>
            <a:ext cx="11501669" cy="5505450"/>
          </a:xfrm>
          <a:noFill/>
          <a:ln>
            <a:noFill/>
          </a:ln>
        </p:spPr>
        <p:txBody>
          <a:bodyPr anchor="t"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kern="1200" dirty="0">
                <a:latin typeface="微软雅黑" pitchFamily="34" charset="-122"/>
                <a:ea typeface="微软雅黑" pitchFamily="34" charset="-122"/>
                <a:cs typeface="+mn-cs"/>
              </a:rPr>
              <a:t>给一个整数序列，多次询问区间 </a:t>
            </a:r>
            <a:r>
              <a:rPr lang="en-US" altLang="zh-CN" sz="2800" dirty="0"/>
              <a:t>LCM</a:t>
            </a:r>
            <a:r>
              <a:rPr lang="zh-CN" altLang="en-US" sz="2800" dirty="0"/>
              <a:t>。</a:t>
            </a:r>
            <a:endParaRPr lang="en-US" altLang="zh-CN" sz="2800" kern="12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735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A937A-0BF3-1CA4-F3A0-F6E0611E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124165D3-9279-084F-B683-53A362E8F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多项式：</a:t>
            </a:r>
            <a:r>
              <a:rPr lang="en-US" altLang="zh-CN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QOJ10980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F34EE9BA-D9E7-4F21-AA5A-2BCCED8D591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>
                <a:normAutofit/>
              </a:bodyPr>
              <a:lstStyle/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zh-CN" altLang="en-US" sz="2800" dirty="0"/>
                  <a:t>给定长度为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800" dirty="0"/>
                  <a:t>，包含正整数和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的数组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𝐴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，对每个 </a:t>
                </a:r>
                <a14:m>
                  <m:oMath xmlns:m="http://schemas.openxmlformats.org/officeDocument/2006/math">
                    <m:r>
                      <a:rPr lang="en-US" altLang="zh-CN" sz="2800" b="0" i="0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1≤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𝐾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𝑁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求：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2600" dirty="0"/>
                  <a:t>是否存在一种把 </a:t>
                </a: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替换成正整数的方案使得 </a:t>
                </a:r>
                <a14:m>
                  <m:oMath xmlns:m="http://schemas.openxmlformats.org/officeDocument/2006/math">
                    <m:r>
                      <a:rPr lang="en-US" altLang="zh-CN" sz="26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𝐾</m:t>
                    </m:r>
                  </m:oMath>
                </a14:m>
                <a:r>
                  <a:rPr lang="en-US" altLang="zh-CN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是 </a:t>
                </a:r>
                <a14:m>
                  <m:oMath xmlns:m="http://schemas.openxmlformats.org/officeDocument/2006/math">
                    <m:r>
                      <a:rPr lang="en-US" altLang="zh-CN" sz="26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𝐴</m:t>
                    </m:r>
                  </m:oMath>
                </a14:m>
                <a:r>
                  <a:rPr lang="en-US" altLang="zh-CN" sz="26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600" dirty="0"/>
                  <a:t>的循环节。</a:t>
                </a:r>
                <a:endParaRPr lang="en-US" altLang="zh-CN" sz="26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𝑁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≤2⋅</m:t>
                    </m:r>
                    <m:sSup>
                      <m:sSup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p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5</m:t>
                        </m:r>
                      </m:sup>
                    </m:sSup>
                  </m:oMath>
                </a14:m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F34EE9BA-D9E7-4F21-AA5A-2BCCED8D59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3307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5CE79-DD17-E53E-6D9C-C0FA81129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774CBD86-F261-60BE-E99E-9B18BEB31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多项式：基础运算</a:t>
            </a:r>
          </a:p>
        </p:txBody>
      </p:sp>
      <p:sp>
        <p:nvSpPr>
          <p:cNvPr id="107522" name="文本占位符 2">
            <a:extLst>
              <a:ext uri="{FF2B5EF4-FFF2-40B4-BE49-F238E27FC236}">
                <a16:creationId xmlns:a16="http://schemas.microsoft.com/office/drawing/2014/main" id="{51BEEFD5-64B2-7EFD-B4A8-5735F4A902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154" y="1041400"/>
            <a:ext cx="11501669" cy="5505450"/>
          </a:xfrm>
          <a:noFill/>
          <a:ln>
            <a:noFill/>
          </a:ln>
        </p:spPr>
        <p:txBody>
          <a:bodyPr anchor="t">
            <a:normAutofit/>
          </a:bodyPr>
          <a:lstStyle/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zh-CN" altLang="en-US" sz="2800" dirty="0"/>
              <a:t>求逆</a:t>
            </a:r>
            <a:endParaRPr lang="en-US" altLang="zh-CN" sz="2800" dirty="0"/>
          </a:p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en-US" altLang="zh-CN" sz="2800" kern="1200" dirty="0">
                <a:latin typeface="微软雅黑" pitchFamily="34" charset="-122"/>
                <a:ea typeface="微软雅黑" pitchFamily="34" charset="-122"/>
                <a:cs typeface="+mn-cs"/>
              </a:rPr>
              <a:t>Log</a:t>
            </a:r>
          </a:p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en-US" altLang="zh-CN" sz="2800" dirty="0"/>
              <a:t>Exp</a:t>
            </a:r>
          </a:p>
          <a:p>
            <a:pPr defTabSz="914400">
              <a:buSzPct val="120000"/>
              <a:buFont typeface="Arial" panose="020B0604020202020204" pitchFamily="34" charset="0"/>
              <a:buChar char="•"/>
            </a:pPr>
            <a:r>
              <a:rPr lang="zh-CN" altLang="en-US" sz="2800" dirty="0"/>
              <a:t>快速幂？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686504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F8F24-48D1-2199-17A0-ABA709A5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19723254-64DD-5888-8358-3C59EE338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多项式：杭电多校第 </a:t>
            </a:r>
            <a:r>
              <a:rPr lang="en-US" altLang="zh-CN" sz="4000" dirty="0"/>
              <a:t>3</a:t>
            </a:r>
            <a:r>
              <a:rPr lang="en-US" altLang="zh-CN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lang="zh-CN" altLang="en-US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场 </a:t>
            </a:r>
            <a:r>
              <a:rPr lang="en-US" altLang="zh-CN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1005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07522" name="文本占位符 2">
            <a:extLst>
              <a:ext uri="{FF2B5EF4-FFF2-40B4-BE49-F238E27FC236}">
                <a16:creationId xmlns:a16="http://schemas.microsoft.com/office/drawing/2014/main" id="{5CC87233-9082-6CFF-985B-7CEAA0019D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1154" y="1041400"/>
            <a:ext cx="11501669" cy="5505450"/>
          </a:xfrm>
          <a:noFill/>
          <a:ln>
            <a:noFill/>
          </a:ln>
        </p:spPr>
        <p:txBody>
          <a:bodyPr anchor="t">
            <a:normAutofit/>
          </a:bodyPr>
          <a:lstStyle/>
          <a:p>
            <a:pPr defTabSz="914400">
              <a:buSzPct val="120000"/>
              <a:buFont typeface="Arial" panose="020B0604020202020204" pitchFamily="34" charset="0"/>
              <a:buChar char="•"/>
            </a:pPr>
            <a:endParaRPr lang="en-US" altLang="zh-CN" sz="2800" kern="1200" dirty="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6AB11A-8CEB-B547-6C75-3485AEA30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65" y="1165892"/>
            <a:ext cx="8712966" cy="501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37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67E7D-26A9-F812-8527-26F48C64A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269CABDF-2D52-5F6D-CF02-6DEBB72A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多项式：</a:t>
            </a:r>
            <a:r>
              <a:rPr lang="en-US" altLang="zh-CN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HDU6691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57B2B9E6-AE6E-D059-705E-07E3FBD45B39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>
                <a:normAutofit/>
              </a:bodyPr>
              <a:lstStyle/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个点的完全图，每条边的边权在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d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1,</m:t>
                        </m:r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中同分布独立随机。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对每个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−1≤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𝑠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𝑘</m:t>
                    </m:r>
                    <m:d>
                      <m:d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d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𝑛</m:t>
                        </m:r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−1</m:t>
                        </m:r>
                      </m:e>
                    </m:d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，求最小生成树边权和为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𝑠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的概率。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𝑛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≤40,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𝑘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≤4</m:t>
                    </m:r>
                  </m:oMath>
                </a14:m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57B2B9E6-AE6E-D059-705E-07E3FBD45B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343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F7DB7-1FE4-3D93-1B77-FF104CBF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E8778EF3-C744-787C-4FA1-8D88DC283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多项式：</a:t>
            </a:r>
            <a:r>
              <a:rPr lang="en-US" altLang="zh-CN" sz="4000" kern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ABC260H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9433D447-4639-66AF-32A1-78AC8A742E78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>
                <a:normAutofit/>
              </a:bodyPr>
              <a:lstStyle/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𝑁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个球，第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𝑖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个球的颜色是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对每个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1≤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𝑘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𝑀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，求所有</a:t>
                </a:r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𝑁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!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种球的排列方式中，相邻颜色不同的球对的个数的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𝑘</m:t>
                    </m:r>
                  </m:oMath>
                </a14:m>
                <a:r>
                  <a:rPr lang="en-US" altLang="zh-CN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次方和。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 defTabSz="914400">
                  <a:buSzPct val="12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𝑁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,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𝑀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≤2.5⋅</m:t>
                    </m:r>
                    <m:sSup>
                      <m:sSup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p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5</m:t>
                        </m:r>
                      </m:sup>
                    </m:sSup>
                  </m:oMath>
                </a14:m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9433D447-4639-66AF-32A1-78AC8A742E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1717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0154E-7656-0476-ADDF-8EAC5B1B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">
            <a:extLst>
              <a:ext uri="{FF2B5EF4-FFF2-40B4-BE49-F238E27FC236}">
                <a16:creationId xmlns:a16="http://schemas.microsoft.com/office/drawing/2014/main" id="{9264C566-FE64-B39F-55E1-206E86BF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2750"/>
            <a:ext cx="7675563" cy="508000"/>
          </a:xfrm>
          <a:noFill/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zh-CN" altLang="en-US" sz="4000" dirty="0"/>
              <a:t>数论函数求和：</a:t>
            </a:r>
            <a:r>
              <a:rPr lang="en-US" altLang="zh-CN" sz="4000" dirty="0"/>
              <a:t>Min25/</a:t>
            </a:r>
            <a:r>
              <a:rPr lang="zh-CN" altLang="en-US" sz="4000" dirty="0"/>
              <a:t>洲阁筛</a:t>
            </a:r>
            <a:endParaRPr lang="zh-CN" altLang="en-US" sz="4000" kern="12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9B8F67C9-3BCD-CD56-0CE5-675B33B1BF0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noFill/>
              <a:ln>
                <a:noFill/>
              </a:ln>
            </p:spPr>
            <p:txBody>
              <a:bodyPr anchor="t"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筛素数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ABC370G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一个数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𝑎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是好的当且仅当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𝑎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的所有约数和是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3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的倍数。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求有多少长度为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𝑀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的正整数数组，满足所有数的乘积是 </a:t>
                </a: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𝑁</m:t>
                    </m:r>
                  </m:oMath>
                </a14:m>
                <a:r>
                  <a:rPr lang="zh-CN" altLang="en-US" sz="2800" kern="1200" dirty="0">
                    <a:latin typeface="微软雅黑" pitchFamily="34" charset="-122"/>
                    <a:ea typeface="微软雅黑" pitchFamily="34" charset="-122"/>
                    <a:cs typeface="+mn-cs"/>
                  </a:rPr>
                  <a:t> 的好数。</a:t>
                </a:r>
                <a:endParaRPr lang="en-US" altLang="zh-CN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1≤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𝑁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</m:t>
                    </m:r>
                    <m:sSup>
                      <m:sSup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p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10</m:t>
                        </m:r>
                      </m:sup>
                    </m:sSup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,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𝑀</m:t>
                    </m:r>
                    <m:r>
                      <a:rPr lang="en-US" altLang="zh-CN" sz="2800" b="0" i="1" kern="1200" smtClean="0">
                        <a:latin typeface="Cambria Math" panose="02040503050406030204" pitchFamily="18" charset="0"/>
                        <a:ea typeface="微软雅黑" pitchFamily="34" charset="-122"/>
                        <a:cs typeface="+mn-cs"/>
                      </a:rPr>
                      <m:t>≤</m:t>
                    </m:r>
                    <m:sSup>
                      <m:sSupPr>
                        <m:ctrlP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</m:ctrlPr>
                      </m:sSupPr>
                      <m:e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lang="en-US" altLang="zh-CN" sz="2800" b="0" i="1" kern="1200" smtClean="0">
                            <a:latin typeface="Cambria Math" panose="02040503050406030204" pitchFamily="18" charset="0"/>
                            <a:ea typeface="微软雅黑" pitchFamily="34" charset="-122"/>
                            <a:cs typeface="+mn-cs"/>
                          </a:rPr>
                          <m:t>5</m:t>
                        </m:r>
                      </m:sup>
                    </m:sSup>
                  </m:oMath>
                </a14:m>
                <a:endParaRPr lang="zh-CN" altLang="en-US" sz="2800" kern="1200" dirty="0"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07522" name="文本占位符 2">
                <a:extLst>
                  <a:ext uri="{FF2B5EF4-FFF2-40B4-BE49-F238E27FC236}">
                    <a16:creationId xmlns:a16="http://schemas.microsoft.com/office/drawing/2014/main" id="{9B8F67C9-3BCD-CD56-0CE5-675B33B1BF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51154" y="1041400"/>
                <a:ext cx="11501669" cy="5505450"/>
              </a:xfrm>
              <a:blipFill>
                <a:blip r:embed="rId2"/>
                <a:stretch>
                  <a:fillRect l="-1326" t="-1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849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690</Words>
  <Application>Microsoft Office PowerPoint</Application>
  <PresentationFormat>宽屏</PresentationFormat>
  <Paragraphs>63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等线</vt:lpstr>
      <vt:lpstr>等线 Light</vt:lpstr>
      <vt:lpstr>微软雅黑</vt:lpstr>
      <vt:lpstr>Arial</vt:lpstr>
      <vt:lpstr>Cambria Math</vt:lpstr>
      <vt:lpstr>Office 主题​​</vt:lpstr>
      <vt:lpstr>数学专题</vt:lpstr>
      <vt:lpstr>线性基：HDU6865</vt:lpstr>
      <vt:lpstr>线性基？：ARC199B</vt:lpstr>
      <vt:lpstr>线性基：区间线性基</vt:lpstr>
      <vt:lpstr>线性基：树上线性基</vt:lpstr>
      <vt:lpstr>线性基：QOJ10983</vt:lpstr>
      <vt:lpstr>线性基：CF2097D</vt:lpstr>
      <vt:lpstr>GCD?：QOJ10725</vt:lpstr>
      <vt:lpstr>GCD</vt:lpstr>
      <vt:lpstr>区间 LCM</vt:lpstr>
      <vt:lpstr>多项式：QOJ10980</vt:lpstr>
      <vt:lpstr>多项式：基础运算</vt:lpstr>
      <vt:lpstr>多项式：杭电多校第 3 场 1005</vt:lpstr>
      <vt:lpstr>多项式：HDU6691</vt:lpstr>
      <vt:lpstr>多项式：ABC260H</vt:lpstr>
      <vt:lpstr>数论函数求和：Min25/洲阁筛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蒋凌宇_信科学院</dc:creator>
  <cp:lastModifiedBy>蒋凌宇_信科学院</cp:lastModifiedBy>
  <cp:revision>2</cp:revision>
  <dcterms:created xsi:type="dcterms:W3CDTF">2025-07-28T12:40:33Z</dcterms:created>
  <dcterms:modified xsi:type="dcterms:W3CDTF">2025-08-01T00:59:33Z</dcterms:modified>
</cp:coreProperties>
</file>