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6" r:id="rId4"/>
    <p:sldMasterId id="2147483691" r:id="rId5"/>
    <p:sldMasterId id="2147483706" r:id="rId6"/>
    <p:sldMasterId id="2147483721" r:id="rId7"/>
    <p:sldMasterId id="2147483736" r:id="rId8"/>
    <p:sldMasterId id="2147483751" r:id="rId9"/>
    <p:sldMasterId id="2147483766" r:id="rId10"/>
    <p:sldMasterId id="2147483781" r:id="rId11"/>
    <p:sldMasterId id="2147483796" r:id="rId12"/>
    <p:sldMasterId id="2147483811" r:id="rId13"/>
    <p:sldMasterId id="2147483826" r:id="rId14"/>
    <p:sldMasterId id="2147483841" r:id="rId15"/>
    <p:sldMasterId id="2147483856" r:id="rId16"/>
    <p:sldMasterId id="2147483871" r:id="rId17"/>
    <p:sldMasterId id="2147483886" r:id="rId18"/>
    <p:sldMasterId id="2147483901" r:id="rId19"/>
  </p:sldMasterIdLst>
  <p:notesMasterIdLst>
    <p:notesMasterId r:id="rId38"/>
  </p:notesMasterIdLst>
  <p:sldIdLst>
    <p:sldId id="256" r:id="rId20"/>
    <p:sldId id="511" r:id="rId21"/>
    <p:sldId id="513" r:id="rId22"/>
    <p:sldId id="514" r:id="rId23"/>
    <p:sldId id="516" r:id="rId24"/>
    <p:sldId id="518" r:id="rId25"/>
    <p:sldId id="520" r:id="rId26"/>
    <p:sldId id="517" r:id="rId27"/>
    <p:sldId id="522" r:id="rId28"/>
    <p:sldId id="523" r:id="rId29"/>
    <p:sldId id="525" r:id="rId30"/>
    <p:sldId id="524" r:id="rId31"/>
    <p:sldId id="526" r:id="rId32"/>
    <p:sldId id="527" r:id="rId33"/>
    <p:sldId id="528" r:id="rId34"/>
    <p:sldId id="531" r:id="rId35"/>
    <p:sldId id="532" r:id="rId36"/>
    <p:sldId id="324" r:id="rId37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charset="0"/>
        <a:ea typeface="等线" charset="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等线" charset="0"/>
        <a:ea typeface="等线" charset="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等线" charset="0"/>
        <a:ea typeface="等线" charset="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等线" charset="0"/>
        <a:ea typeface="等线" charset="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等线" charset="0"/>
        <a:ea typeface="等线" charset="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等线" charset="0"/>
        <a:ea typeface="等线" charset="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等线" charset="0"/>
        <a:ea typeface="等线" charset="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等线" charset="0"/>
        <a:ea typeface="等线" charset="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等线" charset="0"/>
        <a:ea typeface="等线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7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7"/>
    <a:srgbClr val="000000"/>
    <a:srgbClr val="FEFDFA"/>
    <a:srgbClr val="FFFCF5"/>
    <a:srgbClr val="FFFFFF"/>
    <a:srgbClr val="FBFBFB"/>
    <a:srgbClr val="FEFDF9"/>
    <a:srgbClr val="FFC40D"/>
    <a:srgbClr val="FCB900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4779"/>
    <p:restoredTop sz="94663"/>
  </p:normalViewPr>
  <p:slideViewPr>
    <p:cSldViewPr snapToGrid="0" snapToObjects="1" showGuides="1">
      <p:cViewPr>
        <p:scale>
          <a:sx n="74" d="100"/>
          <a:sy n="74" d="100"/>
        </p:scale>
        <p:origin x="-174" y="-342"/>
      </p:cViewPr>
      <p:guideLst>
        <p:guide orient="horz" pos="2256"/>
        <p:guide pos="37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18.xml"/><Relationship Id="rId36" Type="http://schemas.openxmlformats.org/officeDocument/2006/relationships/slide" Target="slides/slide17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3" Type="http://schemas.openxmlformats.org/officeDocument/2006/relationships/slide" Target="slides/slide14.xml"/><Relationship Id="rId32" Type="http://schemas.openxmlformats.org/officeDocument/2006/relationships/slide" Target="slides/slide13.xml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0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22" Type="http://schemas.openxmlformats.org/officeDocument/2006/relationships/slide" Target="slides/slide3.xml"/><Relationship Id="rId21" Type="http://schemas.openxmlformats.org/officeDocument/2006/relationships/slide" Target="slides/slide2.xml"/><Relationship Id="rId20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E6036371-5C29-48C8-89A4-3501808B5DE9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680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6805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DE40CC10-0E21-4FB3-8AFD-AF66C795057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4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6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7.xml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8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7174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8195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196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197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198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199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0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1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2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3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4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5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6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7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8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9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0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1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2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3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4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5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6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7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8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19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0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1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2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3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4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5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6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7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8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29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0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1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2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3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4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5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6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7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8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39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0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1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2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3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4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5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6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7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48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8263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64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9219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0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1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2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3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4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5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6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7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8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29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0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1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2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3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4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5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6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7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8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39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0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1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2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3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4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5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6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7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8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49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0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1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2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3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4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5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6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7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8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59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0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1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2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3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4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5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6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7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8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69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70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71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9272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1024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4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4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4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4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4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4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5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6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6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6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6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6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6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6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6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6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6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7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7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7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7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7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7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7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7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7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7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8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8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8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8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8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8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8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8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8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8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9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9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9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9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9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9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9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E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2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E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22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E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3316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E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4340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E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5364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163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3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4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17411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2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3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4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5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6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7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8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19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0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1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2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3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4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5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6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7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8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29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0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1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2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3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4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5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6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7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8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39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0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1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2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3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4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5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6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7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8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49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0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1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2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3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4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5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6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7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8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59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0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1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2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3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464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54278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55299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0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1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2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3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4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5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6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7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8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09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10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11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12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13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14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15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16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17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18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19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20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21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22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23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24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25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26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27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28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29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0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1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2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3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4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5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6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7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8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39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40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41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42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43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44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45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46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47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48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49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50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51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5352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5367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368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56323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24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25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26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27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28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29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30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31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32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33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34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35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36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37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38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39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40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41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42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43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44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45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46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47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48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49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50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51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52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53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54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55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56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57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58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59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60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61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62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63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64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65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66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67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68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69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70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71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72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73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74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75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6376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5734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4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4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5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6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6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6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6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6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6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6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6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6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6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7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7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7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7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7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7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7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7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7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7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8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8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8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8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8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8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8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8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8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8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9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9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9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9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9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9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9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9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9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39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740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E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837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E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396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420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E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1444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EF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2468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63491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492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493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494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495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496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497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498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499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00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01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02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03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04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05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06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07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08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09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10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11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12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13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14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15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16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17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18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19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20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21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22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23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24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25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26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27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28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29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30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31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32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33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34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35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36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37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38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39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40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41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42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43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3544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4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64515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16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17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18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19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20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21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22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23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24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25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26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27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28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29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30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31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32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33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34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35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36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37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38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39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40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41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42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43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44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45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46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47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48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49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50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51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52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53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54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55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56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57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58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59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60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61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62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63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64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65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66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67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4568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6553200" y="1533525"/>
            <a:ext cx="6096000" cy="5984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矩形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1" name="矩形 3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rgbClr val="FFC40D">
                  <a:lumMod val="38000"/>
                  <a:lumOff val="62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alpha val="80000"/>
                  <a:lumMod val="94000"/>
                  <a:lumOff val="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39" name="标题 11"/>
          <p:cNvSpPr>
            <a:spLocks noGrp="1"/>
          </p:cNvSpPr>
          <p:nvPr>
            <p:ph type="title"/>
          </p:nvPr>
        </p:nvSpPr>
        <p:spPr>
          <a:xfrm>
            <a:off x="2053166" y="2012598"/>
            <a:ext cx="8085668" cy="986723"/>
          </a:xfrm>
          <a:prstGeom prst="rect">
            <a:avLst/>
          </a:prstGeom>
        </p:spPr>
        <p:txBody>
          <a:bodyPr anchor="ctr"/>
          <a:lstStyle>
            <a:lvl1pPr algn="ctr">
              <a:defRPr sz="4000" b="1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pic>
        <p:nvPicPr>
          <p:cNvPr id="31750" name="图片 36"/>
          <p:cNvPicPr>
            <a:picLocks noChangeAspect="1"/>
          </p:cNvPicPr>
          <p:nvPr userDrawn="1"/>
        </p:nvPicPr>
        <p:blipFill>
          <a:blip r:embed="rId3"/>
          <a:srcRect l="2" r="43559" b="60469"/>
          <a:stretch>
            <a:fillRect/>
          </a:stretch>
        </p:blipFill>
        <p:spPr>
          <a:xfrm>
            <a:off x="306388" y="250825"/>
            <a:ext cx="1089025" cy="35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" name="矩形 37"/>
          <p:cNvSpPr/>
          <p:nvPr userDrawn="1"/>
        </p:nvSpPr>
        <p:spPr>
          <a:xfrm>
            <a:off x="833438" y="1922463"/>
            <a:ext cx="10525125" cy="1168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1" name="文本占位符 16"/>
          <p:cNvSpPr>
            <a:spLocks noGrp="1"/>
          </p:cNvSpPr>
          <p:nvPr>
            <p:ph type="body" sz="quarter" idx="11"/>
          </p:nvPr>
        </p:nvSpPr>
        <p:spPr>
          <a:xfrm>
            <a:off x="3386666" y="4898478"/>
            <a:ext cx="5418667" cy="3275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 sz="1400"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buNone/>
              <a:defRPr sz="1200"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buNone/>
              <a:defRPr sz="11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grpSp>
        <p:nvGrpSpPr>
          <p:cNvPr id="32" name="组合 31"/>
          <p:cNvGrpSpPr>
            <a:grpSpLocks noChangeAspect="1"/>
          </p:cNvGrpSpPr>
          <p:nvPr userDrawn="1"/>
        </p:nvGrpSpPr>
        <p:grpSpPr>
          <a:xfrm rot="1243067" flipH="1">
            <a:off x="10471178" y="517152"/>
            <a:ext cx="309258" cy="309258"/>
            <a:chOff x="1113676" y="4444268"/>
            <a:chExt cx="1651596" cy="1651596"/>
          </a:xfrm>
        </p:grpSpPr>
        <p:sp>
          <p:nvSpPr>
            <p:cNvPr id="33" name="椭圆 32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34" name="组合 33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35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36" name="椭圆 35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sp>
        <p:nvSpPr>
          <p:cNvPr id="50" name="圆角矩形 49"/>
          <p:cNvSpPr/>
          <p:nvPr userDrawn="1"/>
        </p:nvSpPr>
        <p:spPr>
          <a:xfrm>
            <a:off x="2928938" y="4756150"/>
            <a:ext cx="6334125" cy="611188"/>
          </a:xfrm>
          <a:prstGeom prst="roundRect">
            <a:avLst/>
          </a:prstGeom>
          <a:solidFill>
            <a:srgbClr val="FCB90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grpSp>
        <p:nvGrpSpPr>
          <p:cNvPr id="40" name="组合 39"/>
          <p:cNvGrpSpPr>
            <a:grpSpLocks noChangeAspect="1"/>
          </p:cNvGrpSpPr>
          <p:nvPr userDrawn="1"/>
        </p:nvGrpSpPr>
        <p:grpSpPr>
          <a:xfrm rot="19766009" flipH="1">
            <a:off x="10884184" y="1126698"/>
            <a:ext cx="182700" cy="182700"/>
            <a:chOff x="1113676" y="4444268"/>
            <a:chExt cx="1651596" cy="1651596"/>
          </a:xfrm>
        </p:grpSpPr>
        <p:sp>
          <p:nvSpPr>
            <p:cNvPr id="41" name="椭圆 40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2" name="组合 41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3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4" name="椭圆 43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45" name="组合 44"/>
          <p:cNvGrpSpPr>
            <a:grpSpLocks noChangeAspect="1"/>
          </p:cNvGrpSpPr>
          <p:nvPr userDrawn="1"/>
        </p:nvGrpSpPr>
        <p:grpSpPr>
          <a:xfrm flipH="1">
            <a:off x="990041" y="2867136"/>
            <a:ext cx="677681" cy="677681"/>
            <a:chOff x="1113676" y="4444268"/>
            <a:chExt cx="1651596" cy="1651596"/>
          </a:xfrm>
        </p:grpSpPr>
        <p:sp>
          <p:nvSpPr>
            <p:cNvPr id="46" name="椭圆 45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96000">
                  <a:srgbClr val="252525"/>
                </a:gs>
                <a:gs pos="6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47" name="组合 46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48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49" name="椭圆 48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组合 59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2771" name="图片 6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2" name="图片 6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3" name="图片 6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4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5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6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7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8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79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0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1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2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3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4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5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6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7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8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89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0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1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2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3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4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5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6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7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8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799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0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1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2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3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4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5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6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7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8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09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0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1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2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3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4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5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6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7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8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19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0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1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2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3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2824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5" name="矩形 11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116" name="图片 115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117" name="椭圆 116"/>
          <p:cNvSpPr/>
          <p:nvPr userDrawn="1"/>
        </p:nvSpPr>
        <p:spPr>
          <a:xfrm>
            <a:off x="-2270125" y="-692150"/>
            <a:ext cx="7000875" cy="8242300"/>
          </a:xfrm>
          <a:prstGeom prst="ellipse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8" name="椭圆 117"/>
          <p:cNvSpPr/>
          <p:nvPr userDrawn="1"/>
        </p:nvSpPr>
        <p:spPr>
          <a:xfrm>
            <a:off x="-2038350" y="-692150"/>
            <a:ext cx="7000875" cy="824230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3" name="文本占位符 149"/>
          <p:cNvSpPr>
            <a:spLocks noGrp="1"/>
          </p:cNvSpPr>
          <p:nvPr>
            <p:ph type="body" sz="quarter" idx="10"/>
          </p:nvPr>
        </p:nvSpPr>
        <p:spPr>
          <a:xfrm>
            <a:off x="5218205" y="1498524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4" name="文本占位符 149"/>
          <p:cNvSpPr>
            <a:spLocks noGrp="1"/>
          </p:cNvSpPr>
          <p:nvPr>
            <p:ph type="body" sz="quarter" idx="11"/>
          </p:nvPr>
        </p:nvSpPr>
        <p:spPr>
          <a:xfrm>
            <a:off x="5519544" y="2504137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5" name="文本占位符 149"/>
          <p:cNvSpPr>
            <a:spLocks noGrp="1"/>
          </p:cNvSpPr>
          <p:nvPr>
            <p:ph type="body" sz="quarter" idx="12"/>
          </p:nvPr>
        </p:nvSpPr>
        <p:spPr>
          <a:xfrm>
            <a:off x="5519544" y="3643875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46" name="文本占位符 149"/>
          <p:cNvSpPr>
            <a:spLocks noGrp="1"/>
          </p:cNvSpPr>
          <p:nvPr>
            <p:ph type="body" sz="quarter" idx="13"/>
          </p:nvPr>
        </p:nvSpPr>
        <p:spPr>
          <a:xfrm>
            <a:off x="5175617" y="4825800"/>
            <a:ext cx="4603104" cy="56919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buNone/>
              <a:defRPr/>
            </a:lvl2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9" name="圆角矩形 138"/>
          <p:cNvSpPr/>
          <p:nvPr userDrawn="1"/>
        </p:nvSpPr>
        <p:spPr>
          <a:xfrm>
            <a:off x="4967288" y="1495425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0" name="圆角矩形 139"/>
          <p:cNvSpPr/>
          <p:nvPr userDrawn="1"/>
        </p:nvSpPr>
        <p:spPr>
          <a:xfrm>
            <a:off x="5308600" y="2509838"/>
            <a:ext cx="5181600" cy="569913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1" name="圆角矩形 140"/>
          <p:cNvSpPr/>
          <p:nvPr userDrawn="1"/>
        </p:nvSpPr>
        <p:spPr>
          <a:xfrm>
            <a:off x="5308600" y="3640138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2" name="圆角矩形 141"/>
          <p:cNvSpPr/>
          <p:nvPr userDrawn="1"/>
        </p:nvSpPr>
        <p:spPr>
          <a:xfrm>
            <a:off x="4967288" y="4826000"/>
            <a:ext cx="5181600" cy="568325"/>
          </a:xfrm>
          <a:prstGeom prst="roundRect">
            <a:avLst/>
          </a:prstGeom>
          <a:solidFill>
            <a:srgbClr val="FCB900"/>
          </a:solidFill>
          <a:ln>
            <a:noFill/>
          </a:ln>
          <a:effectLst>
            <a:outerShdw blurRad="76200" dist="38100" dir="270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47" name="文本框 146"/>
          <p:cNvSpPr txBox="1"/>
          <p:nvPr userDrawn="1"/>
        </p:nvSpPr>
        <p:spPr>
          <a:xfrm>
            <a:off x="698500" y="779463"/>
            <a:ext cx="544513" cy="138588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</a:t>
            </a:r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endParaRPr kumimoji="1" lang="en-US" altLang="zh-CN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fontAlgn="auto"/>
            <a:r>
              <a:rPr kumimoji="1" lang="zh-CN" altLang="en-US" sz="2800" b="1" strike="noStrike" noProof="1" dirty="0">
                <a:solidFill>
                  <a:srgbClr val="FCB900"/>
                </a:solidFill>
                <a:effectLst>
                  <a:outerShdw blurRad="38100" dist="38100" dir="2700000" algn="tl">
                    <a:schemeClr val="tx1">
                      <a:lumMod val="75000"/>
                      <a:lumOff val="25000"/>
                      <a:alpha val="43000"/>
                    </a:scheme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录</a:t>
            </a:r>
            <a:endParaRPr kumimoji="1" lang="zh-CN" altLang="en-US" sz="2800" b="1" strike="noStrike" noProof="1" dirty="0">
              <a:solidFill>
                <a:srgbClr val="FCB900"/>
              </a:solidFill>
              <a:effectLst>
                <a:outerShdw blurRad="38100" dist="38100" dir="2700000" algn="tl">
                  <a:schemeClr val="tx1">
                    <a:lumMod val="75000"/>
                    <a:lumOff val="25000"/>
                    <a:alpha val="43000"/>
                  </a:scheme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8" name="圆角矩形 147"/>
          <p:cNvSpPr/>
          <p:nvPr userDrawn="1"/>
        </p:nvSpPr>
        <p:spPr>
          <a:xfrm>
            <a:off x="655638" y="587375"/>
            <a:ext cx="630238" cy="1770063"/>
          </a:xfrm>
          <a:prstGeom prst="roundRect">
            <a:avLst/>
          </a:prstGeom>
          <a:noFill/>
          <a:ln w="28575">
            <a:solidFill>
              <a:srgbClr val="FC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2839" name="图片 148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 flipH="1">
            <a:off x="947738" y="5330825"/>
            <a:ext cx="636587" cy="623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840" name="图片 149"/>
          <p:cNvPicPr>
            <a:picLocks noChangeAspect="1"/>
          </p:cNvPicPr>
          <p:nvPr userDrawn="1"/>
        </p:nvPicPr>
        <p:blipFill>
          <a:blip r:embed="rId2"/>
          <a:srcRect l="73059" t="-2" r="8932" b="61205"/>
          <a:stretch>
            <a:fillRect/>
          </a:stretch>
        </p:blipFill>
        <p:spPr>
          <a:xfrm>
            <a:off x="1671638" y="5618163"/>
            <a:ext cx="355600" cy="3492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9" name="组合 118"/>
          <p:cNvGrpSpPr>
            <a:grpSpLocks noChangeAspect="1"/>
          </p:cNvGrpSpPr>
          <p:nvPr userDrawn="1"/>
        </p:nvGrpSpPr>
        <p:grpSpPr>
          <a:xfrm flipH="1">
            <a:off x="3491680" y="1495409"/>
            <a:ext cx="569192" cy="569192"/>
            <a:chOff x="1113676" y="4444268"/>
            <a:chExt cx="1651596" cy="1651596"/>
          </a:xfrm>
        </p:grpSpPr>
        <p:sp>
          <p:nvSpPr>
            <p:cNvPr id="120" name="椭圆 11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1" name="组合 12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3" name="椭圆 12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4" name="组合 123"/>
          <p:cNvGrpSpPr>
            <a:grpSpLocks noChangeAspect="1"/>
          </p:cNvGrpSpPr>
          <p:nvPr userDrawn="1"/>
        </p:nvGrpSpPr>
        <p:grpSpPr>
          <a:xfrm flipH="1">
            <a:off x="3949519" y="2543302"/>
            <a:ext cx="569192" cy="569192"/>
            <a:chOff x="1113676" y="4444268"/>
            <a:chExt cx="1651596" cy="1651596"/>
          </a:xfrm>
        </p:grpSpPr>
        <p:sp>
          <p:nvSpPr>
            <p:cNvPr id="125" name="椭圆 12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26" name="组合 12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2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28" name="椭圆 12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29" name="组合 128"/>
          <p:cNvGrpSpPr>
            <a:grpSpLocks noChangeAspect="1"/>
          </p:cNvGrpSpPr>
          <p:nvPr userDrawn="1"/>
        </p:nvGrpSpPr>
        <p:grpSpPr>
          <a:xfrm flipH="1">
            <a:off x="3949519" y="3665297"/>
            <a:ext cx="569192" cy="569192"/>
            <a:chOff x="1113676" y="4444268"/>
            <a:chExt cx="1651596" cy="1651596"/>
          </a:xfrm>
        </p:grpSpPr>
        <p:sp>
          <p:nvSpPr>
            <p:cNvPr id="130" name="椭圆 129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1" name="组合 130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2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3" name="椭圆 132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  <p:grpSp>
        <p:nvGrpSpPr>
          <p:cNvPr id="134" name="组合 133"/>
          <p:cNvGrpSpPr>
            <a:grpSpLocks noChangeAspect="1"/>
          </p:cNvGrpSpPr>
          <p:nvPr userDrawn="1"/>
        </p:nvGrpSpPr>
        <p:grpSpPr>
          <a:xfrm flipH="1">
            <a:off x="3491680" y="4774843"/>
            <a:ext cx="569192" cy="569192"/>
            <a:chOff x="1113676" y="4444268"/>
            <a:chExt cx="1651596" cy="1651596"/>
          </a:xfrm>
        </p:grpSpPr>
        <p:sp>
          <p:nvSpPr>
            <p:cNvPr id="135" name="椭圆 134"/>
            <p:cNvSpPr/>
            <p:nvPr/>
          </p:nvSpPr>
          <p:spPr>
            <a:xfrm>
              <a:off x="1113676" y="4444268"/>
              <a:ext cx="1651596" cy="1651596"/>
            </a:xfrm>
            <a:prstGeom prst="ellipse">
              <a:avLst/>
            </a:prstGeom>
            <a:gradFill flip="none" rotWithShape="1">
              <a:gsLst>
                <a:gs pos="100000">
                  <a:srgbClr val="252525"/>
                </a:gs>
                <a:gs pos="79000">
                  <a:srgbClr val="9E7810"/>
                </a:gs>
                <a:gs pos="58000">
                  <a:srgbClr val="D59E07"/>
                </a:gs>
                <a:gs pos="43000">
                  <a:srgbClr val="FCB900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  <a:effectLst>
              <a:outerShdw blurRad="63500" dist="12700" dir="7200000" sx="103000" sy="103000" algn="tr" rotWithShape="0">
                <a:schemeClr val="tx1">
                  <a:lumMod val="65000"/>
                  <a:lumOff val="3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kumimoji="1" lang="zh-CN" altLang="en-US" strike="noStrike" noProof="1"/>
            </a:p>
          </p:txBody>
        </p:sp>
        <p:grpSp>
          <p:nvGrpSpPr>
            <p:cNvPr id="136" name="组合 135"/>
            <p:cNvGrpSpPr>
              <a:grpSpLocks noChangeAspect="1"/>
            </p:cNvGrpSpPr>
            <p:nvPr/>
          </p:nvGrpSpPr>
          <p:grpSpPr>
            <a:xfrm>
              <a:off x="1869672" y="4612267"/>
              <a:ext cx="822052" cy="752367"/>
              <a:chOff x="2830678" y="2300183"/>
              <a:chExt cx="455126" cy="416545"/>
            </a:xfrm>
          </p:grpSpPr>
          <p:sp>
            <p:nvSpPr>
              <p:cNvPr id="137" name="椭圆 6"/>
              <p:cNvSpPr/>
              <p:nvPr/>
            </p:nvSpPr>
            <p:spPr>
              <a:xfrm rot="2494374">
                <a:off x="2830678" y="2300183"/>
                <a:ext cx="429815" cy="200703"/>
              </a:xfrm>
              <a:custGeom>
                <a:avLst/>
                <a:gdLst>
                  <a:gd name="connsiteX0" fmla="*/ 0 w 316791"/>
                  <a:gd name="connsiteY0" fmla="*/ 107148 h 214295"/>
                  <a:gd name="connsiteX1" fmla="*/ 158396 w 316791"/>
                  <a:gd name="connsiteY1" fmla="*/ 0 h 214295"/>
                  <a:gd name="connsiteX2" fmla="*/ 316792 w 316791"/>
                  <a:gd name="connsiteY2" fmla="*/ 107148 h 214295"/>
                  <a:gd name="connsiteX3" fmla="*/ 158396 w 316791"/>
                  <a:gd name="connsiteY3" fmla="*/ 214296 h 214295"/>
                  <a:gd name="connsiteX4" fmla="*/ 0 w 316791"/>
                  <a:gd name="connsiteY4" fmla="*/ 107148 h 214295"/>
                  <a:gd name="connsiteX0-1" fmla="*/ 8 w 316800"/>
                  <a:gd name="connsiteY0-2" fmla="*/ 107148 h 170266"/>
                  <a:gd name="connsiteX1-3" fmla="*/ 158404 w 316800"/>
                  <a:gd name="connsiteY1-4" fmla="*/ 0 h 170266"/>
                  <a:gd name="connsiteX2-5" fmla="*/ 316800 w 316800"/>
                  <a:gd name="connsiteY2-6" fmla="*/ 107148 h 170266"/>
                  <a:gd name="connsiteX3-7" fmla="*/ 163999 w 316800"/>
                  <a:gd name="connsiteY3-8" fmla="*/ 170266 h 170266"/>
                  <a:gd name="connsiteX4-9" fmla="*/ 8 w 316800"/>
                  <a:gd name="connsiteY4-10" fmla="*/ 107148 h 170266"/>
                  <a:gd name="connsiteX0-11" fmla="*/ 4 w 367479"/>
                  <a:gd name="connsiteY0-12" fmla="*/ 164274 h 181983"/>
                  <a:gd name="connsiteX1-13" fmla="*/ 209083 w 367479"/>
                  <a:gd name="connsiteY1-14" fmla="*/ 1007 h 181983"/>
                  <a:gd name="connsiteX2-15" fmla="*/ 367479 w 367479"/>
                  <a:gd name="connsiteY2-16" fmla="*/ 108155 h 181983"/>
                  <a:gd name="connsiteX3-17" fmla="*/ 214678 w 367479"/>
                  <a:gd name="connsiteY3-18" fmla="*/ 171273 h 181983"/>
                  <a:gd name="connsiteX4-19" fmla="*/ 4 w 367479"/>
                  <a:gd name="connsiteY4-20" fmla="*/ 164274 h 181983"/>
                  <a:gd name="connsiteX0-21" fmla="*/ 4 w 397250"/>
                  <a:gd name="connsiteY0-22" fmla="*/ 163289 h 184380"/>
                  <a:gd name="connsiteX1-23" fmla="*/ 209083 w 397250"/>
                  <a:gd name="connsiteY1-24" fmla="*/ 22 h 184380"/>
                  <a:gd name="connsiteX2-25" fmla="*/ 397250 w 397250"/>
                  <a:gd name="connsiteY2-26" fmla="*/ 153317 h 184380"/>
                  <a:gd name="connsiteX3-27" fmla="*/ 214678 w 397250"/>
                  <a:gd name="connsiteY3-28" fmla="*/ 170288 h 184380"/>
                  <a:gd name="connsiteX4-29" fmla="*/ 4 w 397250"/>
                  <a:gd name="connsiteY4-30" fmla="*/ 163289 h 184380"/>
                  <a:gd name="connsiteX0-31" fmla="*/ 584 w 397830"/>
                  <a:gd name="connsiteY0-32" fmla="*/ 163289 h 211325"/>
                  <a:gd name="connsiteX1-33" fmla="*/ 209663 w 397830"/>
                  <a:gd name="connsiteY1-34" fmla="*/ 22 h 211325"/>
                  <a:gd name="connsiteX2-35" fmla="*/ 397830 w 397830"/>
                  <a:gd name="connsiteY2-36" fmla="*/ 153317 h 211325"/>
                  <a:gd name="connsiteX3-37" fmla="*/ 215258 w 397830"/>
                  <a:gd name="connsiteY3-38" fmla="*/ 170288 h 211325"/>
                  <a:gd name="connsiteX4-39" fmla="*/ 584 w 397830"/>
                  <a:gd name="connsiteY4-40" fmla="*/ 163289 h 211325"/>
                  <a:gd name="connsiteX0-41" fmla="*/ 584 w 398693"/>
                  <a:gd name="connsiteY0-42" fmla="*/ 163334 h 211370"/>
                  <a:gd name="connsiteX1-43" fmla="*/ 209663 w 398693"/>
                  <a:gd name="connsiteY1-44" fmla="*/ 67 h 211370"/>
                  <a:gd name="connsiteX2-45" fmla="*/ 397830 w 398693"/>
                  <a:gd name="connsiteY2-46" fmla="*/ 153362 h 211370"/>
                  <a:gd name="connsiteX3-47" fmla="*/ 215258 w 398693"/>
                  <a:gd name="connsiteY3-48" fmla="*/ 170333 h 211370"/>
                  <a:gd name="connsiteX4-49" fmla="*/ 584 w 398693"/>
                  <a:gd name="connsiteY4-50" fmla="*/ 163334 h 211370"/>
                  <a:gd name="connsiteX0-51" fmla="*/ 584 w 398693"/>
                  <a:gd name="connsiteY0-52" fmla="*/ 163334 h 211370"/>
                  <a:gd name="connsiteX1-53" fmla="*/ 209663 w 398693"/>
                  <a:gd name="connsiteY1-54" fmla="*/ 67 h 211370"/>
                  <a:gd name="connsiteX2-55" fmla="*/ 397830 w 398693"/>
                  <a:gd name="connsiteY2-56" fmla="*/ 153362 h 211370"/>
                  <a:gd name="connsiteX3-57" fmla="*/ 215258 w 398693"/>
                  <a:gd name="connsiteY3-58" fmla="*/ 170333 h 211370"/>
                  <a:gd name="connsiteX4-59" fmla="*/ 584 w 398693"/>
                  <a:gd name="connsiteY4-60" fmla="*/ 163334 h 211370"/>
                  <a:gd name="connsiteX0-61" fmla="*/ 584 w 403816"/>
                  <a:gd name="connsiteY0-62" fmla="*/ 163318 h 211354"/>
                  <a:gd name="connsiteX1-63" fmla="*/ 209663 w 403816"/>
                  <a:gd name="connsiteY1-64" fmla="*/ 51 h 211354"/>
                  <a:gd name="connsiteX2-65" fmla="*/ 397830 w 403816"/>
                  <a:gd name="connsiteY2-66" fmla="*/ 153346 h 211354"/>
                  <a:gd name="connsiteX3-67" fmla="*/ 215258 w 403816"/>
                  <a:gd name="connsiteY3-68" fmla="*/ 170317 h 211354"/>
                  <a:gd name="connsiteX4-69" fmla="*/ 584 w 403816"/>
                  <a:gd name="connsiteY4-70" fmla="*/ 163318 h 211354"/>
                  <a:gd name="connsiteX0-71" fmla="*/ 584 w 403816"/>
                  <a:gd name="connsiteY0-72" fmla="*/ 163318 h 211354"/>
                  <a:gd name="connsiteX1-73" fmla="*/ 209663 w 403816"/>
                  <a:gd name="connsiteY1-74" fmla="*/ 51 h 211354"/>
                  <a:gd name="connsiteX2-75" fmla="*/ 397830 w 403816"/>
                  <a:gd name="connsiteY2-76" fmla="*/ 153346 h 211354"/>
                  <a:gd name="connsiteX3-77" fmla="*/ 215258 w 403816"/>
                  <a:gd name="connsiteY3-78" fmla="*/ 170317 h 211354"/>
                  <a:gd name="connsiteX4-79" fmla="*/ 584 w 403816"/>
                  <a:gd name="connsiteY4-80" fmla="*/ 163318 h 211354"/>
                  <a:gd name="connsiteX0-81" fmla="*/ 578 w 390975"/>
                  <a:gd name="connsiteY0-82" fmla="*/ 163320 h 210450"/>
                  <a:gd name="connsiteX1-83" fmla="*/ 209657 w 390975"/>
                  <a:gd name="connsiteY1-84" fmla="*/ 53 h 210450"/>
                  <a:gd name="connsiteX2-85" fmla="*/ 384624 w 390975"/>
                  <a:gd name="connsiteY2-86" fmla="*/ 176219 h 210450"/>
                  <a:gd name="connsiteX3-87" fmla="*/ 215252 w 390975"/>
                  <a:gd name="connsiteY3-88" fmla="*/ 170319 h 210450"/>
                  <a:gd name="connsiteX4-89" fmla="*/ 578 w 390975"/>
                  <a:gd name="connsiteY4-90" fmla="*/ 163320 h 210450"/>
                  <a:gd name="connsiteX0-91" fmla="*/ 578 w 409172"/>
                  <a:gd name="connsiteY0-92" fmla="*/ 163320 h 210450"/>
                  <a:gd name="connsiteX1-93" fmla="*/ 209657 w 409172"/>
                  <a:gd name="connsiteY1-94" fmla="*/ 53 h 210450"/>
                  <a:gd name="connsiteX2-95" fmla="*/ 384624 w 409172"/>
                  <a:gd name="connsiteY2-96" fmla="*/ 176219 h 210450"/>
                  <a:gd name="connsiteX3-97" fmla="*/ 215252 w 409172"/>
                  <a:gd name="connsiteY3-98" fmla="*/ 170319 h 210450"/>
                  <a:gd name="connsiteX4-99" fmla="*/ 578 w 409172"/>
                  <a:gd name="connsiteY4-100" fmla="*/ 163320 h 210450"/>
                  <a:gd name="connsiteX0-101" fmla="*/ 578 w 396218"/>
                  <a:gd name="connsiteY0-102" fmla="*/ 163320 h 210450"/>
                  <a:gd name="connsiteX1-103" fmla="*/ 209657 w 396218"/>
                  <a:gd name="connsiteY1-104" fmla="*/ 53 h 210450"/>
                  <a:gd name="connsiteX2-105" fmla="*/ 384624 w 396218"/>
                  <a:gd name="connsiteY2-106" fmla="*/ 176219 h 210450"/>
                  <a:gd name="connsiteX3-107" fmla="*/ 215252 w 396218"/>
                  <a:gd name="connsiteY3-108" fmla="*/ 170319 h 210450"/>
                  <a:gd name="connsiteX4-109" fmla="*/ 578 w 396218"/>
                  <a:gd name="connsiteY4-110" fmla="*/ 163320 h 210450"/>
                  <a:gd name="connsiteX0-111" fmla="*/ 578 w 396218"/>
                  <a:gd name="connsiteY0-112" fmla="*/ 163320 h 210856"/>
                  <a:gd name="connsiteX1-113" fmla="*/ 209657 w 396218"/>
                  <a:gd name="connsiteY1-114" fmla="*/ 53 h 210856"/>
                  <a:gd name="connsiteX2-115" fmla="*/ 384624 w 396218"/>
                  <a:gd name="connsiteY2-116" fmla="*/ 176219 h 210856"/>
                  <a:gd name="connsiteX3-117" fmla="*/ 215252 w 396218"/>
                  <a:gd name="connsiteY3-118" fmla="*/ 170319 h 210856"/>
                  <a:gd name="connsiteX4-119" fmla="*/ 578 w 396218"/>
                  <a:gd name="connsiteY4-120" fmla="*/ 163320 h 210856"/>
                  <a:gd name="connsiteX0-121" fmla="*/ 578 w 396218"/>
                  <a:gd name="connsiteY0-122" fmla="*/ 163320 h 212932"/>
                  <a:gd name="connsiteX1-123" fmla="*/ 209657 w 396218"/>
                  <a:gd name="connsiteY1-124" fmla="*/ 53 h 212932"/>
                  <a:gd name="connsiteX2-125" fmla="*/ 384624 w 396218"/>
                  <a:gd name="connsiteY2-126" fmla="*/ 176219 h 212932"/>
                  <a:gd name="connsiteX3-127" fmla="*/ 215252 w 396218"/>
                  <a:gd name="connsiteY3-128" fmla="*/ 170319 h 212932"/>
                  <a:gd name="connsiteX4-129" fmla="*/ 578 w 396218"/>
                  <a:gd name="connsiteY4-130" fmla="*/ 163320 h 212932"/>
                  <a:gd name="connsiteX0-131" fmla="*/ 1552 w 397192"/>
                  <a:gd name="connsiteY0-132" fmla="*/ 163570 h 234135"/>
                  <a:gd name="connsiteX1-133" fmla="*/ 210631 w 397192"/>
                  <a:gd name="connsiteY1-134" fmla="*/ 303 h 234135"/>
                  <a:gd name="connsiteX2-135" fmla="*/ 385598 w 397192"/>
                  <a:gd name="connsiteY2-136" fmla="*/ 176469 h 234135"/>
                  <a:gd name="connsiteX3-137" fmla="*/ 216226 w 397192"/>
                  <a:gd name="connsiteY3-138" fmla="*/ 170569 h 234135"/>
                  <a:gd name="connsiteX4-139" fmla="*/ 1552 w 397192"/>
                  <a:gd name="connsiteY4-140" fmla="*/ 163570 h 234135"/>
                  <a:gd name="connsiteX0-141" fmla="*/ 1560 w 397200"/>
                  <a:gd name="connsiteY0-142" fmla="*/ 163302 h 212914"/>
                  <a:gd name="connsiteX1-143" fmla="*/ 210639 w 397200"/>
                  <a:gd name="connsiteY1-144" fmla="*/ 35 h 212914"/>
                  <a:gd name="connsiteX2-145" fmla="*/ 385606 w 397200"/>
                  <a:gd name="connsiteY2-146" fmla="*/ 176201 h 212914"/>
                  <a:gd name="connsiteX3-147" fmla="*/ 216234 w 397200"/>
                  <a:gd name="connsiteY3-148" fmla="*/ 170301 h 212914"/>
                  <a:gd name="connsiteX4-149" fmla="*/ 1560 w 397200"/>
                  <a:gd name="connsiteY4-150" fmla="*/ 163302 h 212914"/>
                  <a:gd name="connsiteX0-151" fmla="*/ 2285 w 401861"/>
                  <a:gd name="connsiteY0-152" fmla="*/ 163496 h 213108"/>
                  <a:gd name="connsiteX1-153" fmla="*/ 211364 w 401861"/>
                  <a:gd name="connsiteY1-154" fmla="*/ 229 h 213108"/>
                  <a:gd name="connsiteX2-155" fmla="*/ 386331 w 401861"/>
                  <a:gd name="connsiteY2-156" fmla="*/ 176395 h 213108"/>
                  <a:gd name="connsiteX3-157" fmla="*/ 216959 w 401861"/>
                  <a:gd name="connsiteY3-158" fmla="*/ 170495 h 213108"/>
                  <a:gd name="connsiteX4-159" fmla="*/ 2285 w 401861"/>
                  <a:gd name="connsiteY4-160" fmla="*/ 163496 h 213108"/>
                  <a:gd name="connsiteX0-161" fmla="*/ 2285 w 401861"/>
                  <a:gd name="connsiteY0-162" fmla="*/ 163496 h 201271"/>
                  <a:gd name="connsiteX1-163" fmla="*/ 211364 w 401861"/>
                  <a:gd name="connsiteY1-164" fmla="*/ 229 h 201271"/>
                  <a:gd name="connsiteX2-165" fmla="*/ 386331 w 401861"/>
                  <a:gd name="connsiteY2-166" fmla="*/ 176395 h 201271"/>
                  <a:gd name="connsiteX3-167" fmla="*/ 216959 w 401861"/>
                  <a:gd name="connsiteY3-168" fmla="*/ 170495 h 201271"/>
                  <a:gd name="connsiteX4-169" fmla="*/ 2285 w 401861"/>
                  <a:gd name="connsiteY4-170" fmla="*/ 163496 h 201271"/>
                  <a:gd name="connsiteX0-171" fmla="*/ 2285 w 401861"/>
                  <a:gd name="connsiteY0-172" fmla="*/ 163496 h 192935"/>
                  <a:gd name="connsiteX1-173" fmla="*/ 211364 w 401861"/>
                  <a:gd name="connsiteY1-174" fmla="*/ 229 h 192935"/>
                  <a:gd name="connsiteX2-175" fmla="*/ 386331 w 401861"/>
                  <a:gd name="connsiteY2-176" fmla="*/ 176395 h 192935"/>
                  <a:gd name="connsiteX3-177" fmla="*/ 216959 w 401861"/>
                  <a:gd name="connsiteY3-178" fmla="*/ 170495 h 192935"/>
                  <a:gd name="connsiteX4-179" fmla="*/ 2285 w 401861"/>
                  <a:gd name="connsiteY4-180" fmla="*/ 163496 h 192935"/>
                  <a:gd name="connsiteX0-181" fmla="*/ 2285 w 401861"/>
                  <a:gd name="connsiteY0-182" fmla="*/ 163496 h 192935"/>
                  <a:gd name="connsiteX1-183" fmla="*/ 211364 w 401861"/>
                  <a:gd name="connsiteY1-184" fmla="*/ 229 h 192935"/>
                  <a:gd name="connsiteX2-185" fmla="*/ 386331 w 401861"/>
                  <a:gd name="connsiteY2-186" fmla="*/ 176395 h 192935"/>
                  <a:gd name="connsiteX3-187" fmla="*/ 216959 w 401861"/>
                  <a:gd name="connsiteY3-188" fmla="*/ 170495 h 192935"/>
                  <a:gd name="connsiteX4-189" fmla="*/ 2285 w 401861"/>
                  <a:gd name="connsiteY4-190" fmla="*/ 163496 h 192935"/>
                  <a:gd name="connsiteX0-191" fmla="*/ 2285 w 399548"/>
                  <a:gd name="connsiteY0-192" fmla="*/ 163496 h 192935"/>
                  <a:gd name="connsiteX1-193" fmla="*/ 211364 w 399548"/>
                  <a:gd name="connsiteY1-194" fmla="*/ 229 h 192935"/>
                  <a:gd name="connsiteX2-195" fmla="*/ 386331 w 399548"/>
                  <a:gd name="connsiteY2-196" fmla="*/ 176395 h 192935"/>
                  <a:gd name="connsiteX3-197" fmla="*/ 216959 w 399548"/>
                  <a:gd name="connsiteY3-198" fmla="*/ 170495 h 192935"/>
                  <a:gd name="connsiteX4-199" fmla="*/ 2285 w 399548"/>
                  <a:gd name="connsiteY4-200" fmla="*/ 163496 h 192935"/>
                  <a:gd name="connsiteX0-201" fmla="*/ 2285 w 417308"/>
                  <a:gd name="connsiteY0-202" fmla="*/ 163496 h 192935"/>
                  <a:gd name="connsiteX1-203" fmla="*/ 211364 w 417308"/>
                  <a:gd name="connsiteY1-204" fmla="*/ 229 h 192935"/>
                  <a:gd name="connsiteX2-205" fmla="*/ 386331 w 417308"/>
                  <a:gd name="connsiteY2-206" fmla="*/ 176395 h 192935"/>
                  <a:gd name="connsiteX3-207" fmla="*/ 216959 w 417308"/>
                  <a:gd name="connsiteY3-208" fmla="*/ 170495 h 192935"/>
                  <a:gd name="connsiteX4-209" fmla="*/ 2285 w 417308"/>
                  <a:gd name="connsiteY4-210" fmla="*/ 163496 h 192935"/>
                  <a:gd name="connsiteX0-211" fmla="*/ 11329 w 426352"/>
                  <a:gd name="connsiteY0-212" fmla="*/ 163483 h 189855"/>
                  <a:gd name="connsiteX1-213" fmla="*/ 220408 w 426352"/>
                  <a:gd name="connsiteY1-214" fmla="*/ 216 h 189855"/>
                  <a:gd name="connsiteX2-215" fmla="*/ 395375 w 426352"/>
                  <a:gd name="connsiteY2-216" fmla="*/ 176382 h 189855"/>
                  <a:gd name="connsiteX3-217" fmla="*/ 226003 w 426352"/>
                  <a:gd name="connsiteY3-218" fmla="*/ 170482 h 189855"/>
                  <a:gd name="connsiteX4-219" fmla="*/ 11329 w 426352"/>
                  <a:gd name="connsiteY4-220" fmla="*/ 163483 h 189855"/>
                  <a:gd name="connsiteX0-221" fmla="*/ 25065 w 440088"/>
                  <a:gd name="connsiteY0-222" fmla="*/ 163471 h 188773"/>
                  <a:gd name="connsiteX1-223" fmla="*/ 234144 w 440088"/>
                  <a:gd name="connsiteY1-224" fmla="*/ 204 h 188773"/>
                  <a:gd name="connsiteX2-225" fmla="*/ 409111 w 440088"/>
                  <a:gd name="connsiteY2-226" fmla="*/ 176370 h 188773"/>
                  <a:gd name="connsiteX3-227" fmla="*/ 239739 w 440088"/>
                  <a:gd name="connsiteY3-228" fmla="*/ 170470 h 188773"/>
                  <a:gd name="connsiteX4-229" fmla="*/ 25065 w 440088"/>
                  <a:gd name="connsiteY4-230" fmla="*/ 163471 h 188773"/>
                  <a:gd name="connsiteX0-231" fmla="*/ 14792 w 429815"/>
                  <a:gd name="connsiteY0-232" fmla="*/ 163540 h 200703"/>
                  <a:gd name="connsiteX1-233" fmla="*/ 223871 w 429815"/>
                  <a:gd name="connsiteY1-234" fmla="*/ 273 h 200703"/>
                  <a:gd name="connsiteX2-235" fmla="*/ 398838 w 429815"/>
                  <a:gd name="connsiteY2-236" fmla="*/ 176439 h 200703"/>
                  <a:gd name="connsiteX3-237" fmla="*/ 229466 w 429815"/>
                  <a:gd name="connsiteY3-238" fmla="*/ 170539 h 200703"/>
                  <a:gd name="connsiteX4-239" fmla="*/ 14792 w 429815"/>
                  <a:gd name="connsiteY4-240" fmla="*/ 163540 h 20070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429815" h="200703">
                    <a:moveTo>
                      <a:pt x="14792" y="163540"/>
                    </a:moveTo>
                    <a:cubicBezTo>
                      <a:pt x="-47800" y="78230"/>
                      <a:pt x="100921" y="-5406"/>
                      <a:pt x="223871" y="273"/>
                    </a:cubicBezTo>
                    <a:cubicBezTo>
                      <a:pt x="346821" y="5952"/>
                      <a:pt x="495264" y="87548"/>
                      <a:pt x="398838" y="176439"/>
                    </a:cubicBezTo>
                    <a:cubicBezTo>
                      <a:pt x="329871" y="201907"/>
                      <a:pt x="352063" y="182113"/>
                      <a:pt x="229466" y="170539"/>
                    </a:cubicBezTo>
                    <a:cubicBezTo>
                      <a:pt x="106869" y="158965"/>
                      <a:pt x="77384" y="248850"/>
                      <a:pt x="14792" y="163540"/>
                    </a:cubicBezTo>
                    <a:close/>
                  </a:path>
                </a:pathLst>
              </a:cu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  <p:sp>
            <p:nvSpPr>
              <p:cNvPr id="138" name="椭圆 137"/>
              <p:cNvSpPr/>
              <p:nvPr/>
            </p:nvSpPr>
            <p:spPr>
              <a:xfrm rot="2494374">
                <a:off x="3140552" y="2568341"/>
                <a:ext cx="145252" cy="148387"/>
              </a:xfrm>
              <a:prstGeom prst="ellipse">
                <a:avLst/>
              </a:prstGeom>
              <a:solidFill>
                <a:schemeClr val="bg1">
                  <a:alpha val="90615"/>
                </a:schemeClr>
              </a:solidFill>
              <a:ln>
                <a:noFill/>
              </a:ln>
              <a:effectLst>
                <a:softEdge rad="3175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kumimoji="1" lang="zh-CN" altLang="en-US" strike="noStrike" noProof="1"/>
              </a:p>
            </p:txBody>
          </p:sp>
        </p:grpSp>
      </p:grp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组合 6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3795" name="图片 6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6" name="图片 6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7" name="图片 6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8" name="图片 6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799" name="图片 6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0" name="图片 6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1" name="图片 6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2" name="图片 7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3" name="图片 7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4" name="图片 7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5" name="图片 7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6" name="图片 7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7" name="图片 7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8" name="图片 7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09" name="图片 7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0" name="图片 7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1" name="图片 7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2" name="图片 8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3" name="图片 8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4" name="图片 8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5" name="图片 8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6" name="图片 8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7" name="图片 8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8" name="图片 8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19" name="图片 8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0" name="图片 8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1" name="图片 8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2" name="图片 9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3" name="图片 9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4" name="图片 9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5" name="图片 9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6" name="图片 9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7" name="图片 9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8" name="图片 9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29" name="图片 9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0" name="图片 9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1" name="图片 9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2" name="图片 10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3" name="图片 10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4" name="图片 10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5" name="图片 10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6" name="图片 10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7" name="图片 10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8" name="图片 10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39" name="图片 10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0" name="图片 10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1" name="图片 10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2" name="图片 1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3" name="图片 1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4" name="图片 1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5" name="图片 1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6" name="图片 1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7" name="图片 1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3848" name="图片 1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8" name="矩形 1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 dirty="0"/>
          </a:p>
        </p:txBody>
      </p:sp>
      <p:sp>
        <p:nvSpPr>
          <p:cNvPr id="121" name="矩形 120"/>
          <p:cNvSpPr/>
          <p:nvPr userDrawn="1"/>
        </p:nvSpPr>
        <p:spPr>
          <a:xfrm>
            <a:off x="0" y="3560763"/>
            <a:ext cx="12192000" cy="149225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119" name="图片占位符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5009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 dirty="0"/>
          </a:p>
        </p:txBody>
      </p:sp>
      <p:sp>
        <p:nvSpPr>
          <p:cNvPr id="12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405982" y="4357002"/>
            <a:ext cx="5919408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34819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0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1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2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3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4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5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6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7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8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29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0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1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2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3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4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5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6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7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8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39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0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1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2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3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4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5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6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7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8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49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0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1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2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3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4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5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6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7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8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59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0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1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2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3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4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5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6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7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8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69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0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1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4872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60" name="图片 59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11023600" y="217488"/>
            <a:ext cx="982663" cy="317500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  <p:sp>
        <p:nvSpPr>
          <p:cNvPr id="61" name="矩形 60"/>
          <p:cNvSpPr/>
          <p:nvPr userDrawn="1"/>
        </p:nvSpPr>
        <p:spPr>
          <a:xfrm rot="17589443">
            <a:off x="470694" y="3056731"/>
            <a:ext cx="12192000" cy="150813"/>
          </a:xfrm>
          <a:prstGeom prst="rect">
            <a:avLst/>
          </a:prstGeom>
          <a:solidFill>
            <a:srgbClr val="FCB9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2" name="矩形 61"/>
          <p:cNvSpPr/>
          <p:nvPr userDrawn="1"/>
        </p:nvSpPr>
        <p:spPr>
          <a:xfrm>
            <a:off x="7094538" y="3068638"/>
            <a:ext cx="4670425" cy="8905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59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850622" cy="6863318"/>
          </a:xfrm>
          <a:custGeom>
            <a:avLst/>
            <a:gdLst>
              <a:gd name="connsiteX0" fmla="*/ 0 w 2307087"/>
              <a:gd name="connsiteY0" fmla="*/ 0 h 6857999"/>
              <a:gd name="connsiteX1" fmla="*/ 2307087 w 2307087"/>
              <a:gd name="connsiteY1" fmla="*/ 0 h 6857999"/>
              <a:gd name="connsiteX2" fmla="*/ 2307087 w 2307087"/>
              <a:gd name="connsiteY2" fmla="*/ 6857999 h 6857999"/>
              <a:gd name="connsiteX3" fmla="*/ 0 w 2307087"/>
              <a:gd name="connsiteY3" fmla="*/ 6857999 h 6857999"/>
              <a:gd name="connsiteX4" fmla="*/ 0 w 2307087"/>
              <a:gd name="connsiteY4" fmla="*/ 0 h 6857999"/>
              <a:gd name="connsiteX0-1" fmla="*/ 0 w 3610107"/>
              <a:gd name="connsiteY0-2" fmla="*/ 45720 h 6903719"/>
              <a:gd name="connsiteX1-3" fmla="*/ 3610107 w 3610107"/>
              <a:gd name="connsiteY1-4" fmla="*/ 0 h 6903719"/>
              <a:gd name="connsiteX2-5" fmla="*/ 2307087 w 3610107"/>
              <a:gd name="connsiteY2-6" fmla="*/ 6903719 h 6903719"/>
              <a:gd name="connsiteX3-7" fmla="*/ 0 w 3610107"/>
              <a:gd name="connsiteY3-8" fmla="*/ 6903719 h 6903719"/>
              <a:gd name="connsiteX4-9" fmla="*/ 0 w 3610107"/>
              <a:gd name="connsiteY4-10" fmla="*/ 45720 h 6903719"/>
              <a:gd name="connsiteX0-11" fmla="*/ 0 w 3591270"/>
              <a:gd name="connsiteY0-12" fmla="*/ 28467 h 6886466"/>
              <a:gd name="connsiteX1-13" fmla="*/ 3591270 w 3591270"/>
              <a:gd name="connsiteY1-14" fmla="*/ 0 h 6886466"/>
              <a:gd name="connsiteX2-15" fmla="*/ 2307087 w 3591270"/>
              <a:gd name="connsiteY2-16" fmla="*/ 6886466 h 6886466"/>
              <a:gd name="connsiteX3-17" fmla="*/ 0 w 3591270"/>
              <a:gd name="connsiteY3-18" fmla="*/ 6886466 h 6886466"/>
              <a:gd name="connsiteX4-19" fmla="*/ 0 w 3591270"/>
              <a:gd name="connsiteY4-20" fmla="*/ 28467 h 6886466"/>
              <a:gd name="connsiteX0-21" fmla="*/ 0 w 3660776"/>
              <a:gd name="connsiteY0-22" fmla="*/ 16893 h 6874892"/>
              <a:gd name="connsiteX1-23" fmla="*/ 3660776 w 3660776"/>
              <a:gd name="connsiteY1-24" fmla="*/ 0 h 6874892"/>
              <a:gd name="connsiteX2-25" fmla="*/ 2307087 w 3660776"/>
              <a:gd name="connsiteY2-26" fmla="*/ 6874892 h 6874892"/>
              <a:gd name="connsiteX3-27" fmla="*/ 0 w 3660776"/>
              <a:gd name="connsiteY3-28" fmla="*/ 6874892 h 6874892"/>
              <a:gd name="connsiteX4-29" fmla="*/ 0 w 3660776"/>
              <a:gd name="connsiteY4-30" fmla="*/ 16893 h 6874892"/>
              <a:gd name="connsiteX0-31" fmla="*/ 0 w 3723963"/>
              <a:gd name="connsiteY0-32" fmla="*/ 16893 h 6874892"/>
              <a:gd name="connsiteX1-33" fmla="*/ 3723963 w 3723963"/>
              <a:gd name="connsiteY1-34" fmla="*/ 0 h 6874892"/>
              <a:gd name="connsiteX2-35" fmla="*/ 2307087 w 3723963"/>
              <a:gd name="connsiteY2-36" fmla="*/ 6874892 h 6874892"/>
              <a:gd name="connsiteX3-37" fmla="*/ 0 w 3723963"/>
              <a:gd name="connsiteY3-38" fmla="*/ 6874892 h 6874892"/>
              <a:gd name="connsiteX4-39" fmla="*/ 0 w 3723963"/>
              <a:gd name="connsiteY4-40" fmla="*/ 16893 h 6874892"/>
              <a:gd name="connsiteX0-41" fmla="*/ 0 w 3705007"/>
              <a:gd name="connsiteY0-42" fmla="*/ 5319 h 6863318"/>
              <a:gd name="connsiteX1-43" fmla="*/ 3705007 w 3705007"/>
              <a:gd name="connsiteY1-44" fmla="*/ 0 h 6863318"/>
              <a:gd name="connsiteX2-45" fmla="*/ 2307087 w 3705007"/>
              <a:gd name="connsiteY2-46" fmla="*/ 6863318 h 6863318"/>
              <a:gd name="connsiteX3-47" fmla="*/ 0 w 3705007"/>
              <a:gd name="connsiteY3-48" fmla="*/ 6863318 h 6863318"/>
              <a:gd name="connsiteX4-49" fmla="*/ 0 w 3705007"/>
              <a:gd name="connsiteY4-50" fmla="*/ 5319 h 68633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705007" h="6863318">
                <a:moveTo>
                  <a:pt x="0" y="5319"/>
                </a:moveTo>
                <a:lnTo>
                  <a:pt x="3705007" y="0"/>
                </a:lnTo>
                <a:lnTo>
                  <a:pt x="2307087" y="6863318"/>
                </a:lnTo>
                <a:lnTo>
                  <a:pt x="0" y="6863318"/>
                </a:lnTo>
                <a:lnTo>
                  <a:pt x="0" y="5319"/>
                </a:lnTo>
                <a:close/>
              </a:path>
            </a:pathLst>
          </a:custGeom>
        </p:spPr>
        <p:txBody>
          <a:bodyPr/>
          <a:lstStyle/>
          <a:p>
            <a:pPr fontAlgn="auto"/>
            <a:endParaRPr kumimoji="1" lang="zh-CN" altLang="en-US" strike="noStrike" noProof="1"/>
          </a:p>
        </p:txBody>
      </p:sp>
      <p:sp>
        <p:nvSpPr>
          <p:cNvPr id="63" name="标题 64"/>
          <p:cNvSpPr>
            <a:spLocks noGrp="1"/>
          </p:cNvSpPr>
          <p:nvPr>
            <p:ph type="title"/>
          </p:nvPr>
        </p:nvSpPr>
        <p:spPr>
          <a:xfrm>
            <a:off x="7095224" y="3178377"/>
            <a:ext cx="4669196" cy="672262"/>
          </a:xfrm>
          <a:prstGeom prst="rect">
            <a:avLst/>
          </a:prstGeom>
        </p:spPr>
        <p:txBody>
          <a:bodyPr anchor="ctr"/>
          <a:lstStyle>
            <a:lvl1pPr algn="ctr">
              <a:defRPr sz="2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6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095224" y="4236286"/>
            <a:ext cx="4669195" cy="1534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5844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351250" y="1040668"/>
            <a:ext cx="11448864" cy="550617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25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6868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7" name="图片占位符 3"/>
          <p:cNvSpPr>
            <a:spLocks noGrp="1"/>
          </p:cNvSpPr>
          <p:nvPr>
            <p:ph type="pic" sz="quarter" idx="10"/>
          </p:nvPr>
        </p:nvSpPr>
        <p:spPr>
          <a:xfrm>
            <a:off x="7845810" y="1103467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30928" y="1103469"/>
            <a:ext cx="7121098" cy="5284105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2000">
                <a:latin typeface="微软雅黑" pitchFamily="34" charset="-122"/>
                <a:ea typeface="微软雅黑" pitchFamily="34" charset="-122"/>
              </a:defRPr>
            </a:lvl1pPr>
            <a:lvl2pPr marL="6858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800">
                <a:latin typeface="微软雅黑" pitchFamily="34" charset="-122"/>
                <a:ea typeface="微软雅黑" pitchFamily="34" charset="-122"/>
              </a:defRPr>
            </a:lvl2pPr>
            <a:lvl3pPr marL="11430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600">
                <a:latin typeface="微软雅黑" pitchFamily="34" charset="-122"/>
                <a:ea typeface="微软雅黑" pitchFamily="34" charset="-122"/>
              </a:defRPr>
            </a:lvl3pPr>
            <a:lvl4pPr marL="16002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4pPr>
            <a:lvl5pPr marL="2057400" indent="-228600">
              <a:lnSpc>
                <a:spcPct val="150000"/>
              </a:lnSpc>
              <a:buSzPct val="120000"/>
              <a:buFontTx/>
              <a:buBlip>
                <a:blip r:embed="rId3"/>
              </a:buBlip>
              <a:defRPr sz="1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  <a:p>
            <a:pPr lvl="1" fontAlgn="auto"/>
            <a:r>
              <a:rPr kumimoji="1" lang="zh-CN" altLang="en-US" strike="noStrike" noProof="1" dirty="0"/>
              <a:t>二级</a:t>
            </a:r>
            <a:endParaRPr kumimoji="1" lang="zh-CN" altLang="en-US" strike="noStrike" noProof="1" dirty="0"/>
          </a:p>
          <a:p>
            <a:pPr lvl="2" fontAlgn="auto"/>
            <a:r>
              <a:rPr kumimoji="1" lang="zh-CN" altLang="en-US" strike="noStrike" noProof="1" dirty="0"/>
              <a:t>三级</a:t>
            </a:r>
            <a:endParaRPr kumimoji="1" lang="zh-CN" altLang="en-US" strike="noStrike" noProof="1" dirty="0"/>
          </a:p>
          <a:p>
            <a:pPr lvl="3" fontAlgn="auto"/>
            <a:r>
              <a:rPr kumimoji="1" lang="zh-CN" altLang="en-US" strike="noStrike" noProof="1" dirty="0"/>
              <a:t>四级</a:t>
            </a:r>
            <a:endParaRPr kumimoji="1" lang="zh-CN" altLang="en-US" strike="noStrike" noProof="1" dirty="0"/>
          </a:p>
          <a:p>
            <a:pPr lvl="4" fontAlgn="auto"/>
            <a:r>
              <a:rPr kumimoji="1" lang="zh-CN" altLang="en-US" strike="noStrike" noProof="1" dirty="0"/>
              <a:t>五级</a:t>
            </a:r>
            <a:endParaRPr kumimoji="1" lang="zh-CN" altLang="en-US" strike="noStrike" noProof="1" dirty="0"/>
          </a:p>
        </p:txBody>
      </p:sp>
      <p:sp>
        <p:nvSpPr>
          <p:cNvPr id="9" name="图片占位符 3"/>
          <p:cNvSpPr>
            <a:spLocks noGrp="1"/>
          </p:cNvSpPr>
          <p:nvPr>
            <p:ph type="pic" sz="quarter" idx="12"/>
          </p:nvPr>
        </p:nvSpPr>
        <p:spPr>
          <a:xfrm>
            <a:off x="7845810" y="3788471"/>
            <a:ext cx="3715262" cy="2599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3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FFF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7892" name="图片 4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 userDrawn="1"/>
        </p:nvSpPr>
        <p:spPr>
          <a:xfrm>
            <a:off x="447675" y="1155700"/>
            <a:ext cx="3530600" cy="5276850"/>
          </a:xfrm>
          <a:prstGeom prst="roundRect">
            <a:avLst>
              <a:gd name="adj" fmla="val 5889"/>
            </a:avLst>
          </a:prstGeom>
          <a:gradFill flip="none" rotWithShape="1">
            <a:gsLst>
              <a:gs pos="100000">
                <a:srgbClr val="FFC40D">
                  <a:alpha val="22592"/>
                </a:srgbClr>
              </a:gs>
              <a:gs pos="50000">
                <a:srgbClr val="FCB900">
                  <a:alpha val="85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8" name="圆角矩形 7"/>
          <p:cNvSpPr/>
          <p:nvPr userDrawn="1"/>
        </p:nvSpPr>
        <p:spPr>
          <a:xfrm>
            <a:off x="4330700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74000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9" name="圆角矩形 8"/>
          <p:cNvSpPr/>
          <p:nvPr userDrawn="1"/>
        </p:nvSpPr>
        <p:spPr>
          <a:xfrm>
            <a:off x="8213725" y="1155700"/>
            <a:ext cx="3530600" cy="5276850"/>
          </a:xfrm>
          <a:prstGeom prst="roundRect">
            <a:avLst>
              <a:gd name="adj" fmla="val 5889"/>
            </a:avLst>
          </a:prstGeom>
          <a:gradFill>
            <a:gsLst>
              <a:gs pos="100000">
                <a:srgbClr val="FFC40D">
                  <a:alpha val="10000"/>
                </a:srgbClr>
              </a:gs>
              <a:gs pos="50000">
                <a:srgbClr val="FCB900">
                  <a:alpha val="46783"/>
                </a:srgbClr>
              </a:gs>
            </a:gsLst>
            <a:lin ang="5400000" scaled="1"/>
          </a:gradFill>
          <a:ln>
            <a:noFill/>
          </a:ln>
          <a:effectLst>
            <a:outerShdw blurRad="50800" dist="38100" dir="2700000" sx="104000" sy="104000" algn="tl" rotWithShape="0">
              <a:schemeClr val="bg1">
                <a:lumMod val="85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6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666413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1" name="文本占位符 12"/>
          <p:cNvSpPr>
            <a:spLocks noGrp="1"/>
          </p:cNvSpPr>
          <p:nvPr>
            <p:ph type="body" sz="quarter" idx="11"/>
          </p:nvPr>
        </p:nvSpPr>
        <p:spPr>
          <a:xfrm>
            <a:off x="4550115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8433817" y="1376589"/>
            <a:ext cx="3091770" cy="508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单击此处编辑母版文本样式</a:t>
            </a:r>
            <a:endParaRPr kumimoji="1" lang="zh-CN" altLang="en-US" strike="noStrike" noProof="1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641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50115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8428653" y="2059578"/>
            <a:ext cx="3091770" cy="3875444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2pPr>
            <a:lvl3pPr marL="9144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3pPr>
            <a:lvl4pPr marL="13716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4pPr>
            <a:lvl5pPr marL="1828800" indent="0">
              <a:lnSpc>
                <a:spcPct val="150000"/>
              </a:lnSpc>
              <a:buNone/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 dirty="0"/>
              <a:t>点击此处编辑文本</a:t>
            </a:r>
            <a:endParaRPr kumimoji="1" lang="en-US" altLang="zh-CN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trike="noStrike" noProof="1" dirty="0"/>
              <a:t>点击此处编辑文本</a:t>
            </a:r>
            <a:endParaRPr kumimoji="1" lang="zh-CN" altLang="en-US" strike="noStrike" noProof="1" dirty="0"/>
          </a:p>
          <a:p>
            <a:pPr lvl="0" fontAlgn="auto"/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8916" name="图片 5"/>
          <p:cNvPicPr>
            <a:picLocks noChangeAspect="1"/>
          </p:cNvPicPr>
          <p:nvPr userDrawn="1"/>
        </p:nvPicPr>
        <p:blipFill>
          <a:blip r:embed="rId2"/>
          <a:srcRect r="81850" b="60860"/>
          <a:stretch>
            <a:fillRect/>
          </a:stretch>
        </p:blipFill>
        <p:spPr>
          <a:xfrm>
            <a:off x="350838" y="311150"/>
            <a:ext cx="509587" cy="50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4"/>
          <p:cNvSpPr>
            <a:spLocks noGrp="1"/>
          </p:cNvSpPr>
          <p:nvPr>
            <p:ph type="title"/>
          </p:nvPr>
        </p:nvSpPr>
        <p:spPr>
          <a:xfrm>
            <a:off x="1048715" y="311152"/>
            <a:ext cx="7675446" cy="508046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fontAlgn="auto"/>
            <a:r>
              <a:rPr kumimoji="1" lang="zh-CN" altLang="en-US" strike="noStrike" noProof="1" dirty="0"/>
              <a:t>单击此处编辑母版标题样式</a:t>
            </a:r>
            <a:endParaRPr kumimoji="1" lang="zh-CN" altLang="en-US" strike="noStrike" noProof="1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9000">
                <a:srgbClr val="252525"/>
              </a:gs>
              <a:gs pos="80000">
                <a:srgbClr val="FCB9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sp>
        <p:nvSpPr>
          <p:cNvPr id="4" name="圆角矩形 3"/>
          <p:cNvSpPr/>
          <p:nvPr userDrawn="1"/>
        </p:nvSpPr>
        <p:spPr>
          <a:xfrm>
            <a:off x="93663" y="88900"/>
            <a:ext cx="12004675" cy="6680200"/>
          </a:xfrm>
          <a:prstGeom prst="roundRect">
            <a:avLst>
              <a:gd name="adj" fmla="val 2382"/>
            </a:avLst>
          </a:prstGeom>
          <a:solidFill>
            <a:srgbClr val="FFFD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39940" name="图片 4"/>
          <p:cNvPicPr>
            <a:picLocks noChangeAspect="1"/>
          </p:cNvPicPr>
          <p:nvPr userDrawn="1"/>
        </p:nvPicPr>
        <p:blipFill>
          <a:blip r:embed="rId2"/>
          <a:srcRect l="2" r="43559" b="60469"/>
          <a:stretch>
            <a:fillRect/>
          </a:stretch>
        </p:blipFill>
        <p:spPr>
          <a:xfrm>
            <a:off x="10788650" y="300038"/>
            <a:ext cx="1089025" cy="352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0963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4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8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9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0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1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2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6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7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8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9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0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1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2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3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4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5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6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7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8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89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0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1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2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3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4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5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6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7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8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99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0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1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2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3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4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5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6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7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8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09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0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1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2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3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4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5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6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  <p:pic>
        <p:nvPicPr>
          <p:cNvPr id="59" name="图片 58"/>
          <p:cNvPicPr>
            <a:picLocks noChangeAspect="1"/>
          </p:cNvPicPr>
          <p:nvPr userDrawn="1"/>
        </p:nvPicPr>
        <p:blipFill rotWithShape="1">
          <a:blip r:embed="rId3"/>
          <a:srcRect l="1" r="43560" b="60469"/>
          <a:stretch>
            <a:fillRect/>
          </a:stretch>
        </p:blipFill>
        <p:spPr>
          <a:xfrm>
            <a:off x="5197475" y="3138488"/>
            <a:ext cx="1797050" cy="58102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95000"/>
                <a:alpha val="40000"/>
              </a:schemeClr>
            </a:outerShdw>
          </a:effectLst>
        </p:spPr>
      </p:pic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底"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组合 2"/>
          <p:cNvGrpSpPr/>
          <p:nvPr userDrawn="1"/>
        </p:nvGrpSpPr>
        <p:grpSpPr>
          <a:xfrm>
            <a:off x="598488" y="592138"/>
            <a:ext cx="10995025" cy="5673725"/>
            <a:chOff x="384468" y="414270"/>
            <a:chExt cx="10995974" cy="5673710"/>
          </a:xfrm>
        </p:grpSpPr>
        <p:pic>
          <p:nvPicPr>
            <p:cNvPr id="41987" name="图片 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8" name="图片 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89" name="图片 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0" name="图片 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1" name="图片 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2" name="图片 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3" name="图片 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4" name="图片 1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5" name="图片 1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14270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6" name="图片 1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7" name="图片 1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8" name="图片 1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999" name="图片 1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0" name="图片 1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1" name="图片 1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2" name="图片 1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3" name="图片 1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4" name="图片 2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1457006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5" name="图片 2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6" name="图片 2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7" name="图片 2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8" name="图片 2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09" name="图片 2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0" name="图片 2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1" name="图片 2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2" name="图片 2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3" name="图片 2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2499742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4" name="图片 3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5" name="图片 3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6" name="图片 3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7" name="图片 3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8" name="图片 3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19" name="图片 3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0" name="图片 3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1" name="图片 3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2" name="图片 3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354247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3" name="图片 3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84468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4" name="图片 4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622069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5" name="图片 4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859670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6" name="图片 4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097271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7" name="图片 4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334872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8" name="图片 4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6572473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29" name="图片 4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810074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0" name="图片 4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047675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1" name="图片 47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285277" y="4590408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2" name="图片 48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16386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3" name="图片 49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2253987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4" name="图片 50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3491588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5" name="图片 51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4729189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6" name="图片 52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5966790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7" name="图片 53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7204391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8" name="图片 54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8441992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39" name="图片 55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9679593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2040" name="图片 56"/>
            <p:cNvPicPr>
              <a:picLocks noChangeAspect="1"/>
            </p:cNvPicPr>
            <p:nvPr/>
          </p:nvPicPr>
          <p:blipFill>
            <a:blip r:embed="rId2">
              <a:lum bright="69998" contrast="-70001"/>
            </a:blip>
            <a:srcRect l="73059" t="-2" r="8932" b="61205"/>
            <a:stretch>
              <a:fillRect/>
            </a:stretch>
          </p:blipFill>
          <p:spPr>
            <a:xfrm>
              <a:off x="10917195" y="5633144"/>
              <a:ext cx="463247" cy="45483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8" name="矩形 5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7000">
                <a:srgbClr val="FFC40D">
                  <a:lumMod val="38000"/>
                  <a:lumOff val="62000"/>
                  <a:alpha val="87000"/>
                </a:srgbClr>
              </a:gs>
              <a:gs pos="100000">
                <a:srgbClr val="765D17">
                  <a:alpha val="87954"/>
                </a:srgbClr>
              </a:gs>
              <a:gs pos="100000">
                <a:srgbClr val="252525">
                  <a:alpha val="83000"/>
                </a:srgbClr>
              </a:gs>
              <a:gs pos="76000">
                <a:srgbClr val="B0850D">
                  <a:alpha val="84823"/>
                  <a:lumMod val="85232"/>
                  <a:lumOff val="14768"/>
                </a:srgbClr>
              </a:gs>
              <a:gs pos="61000">
                <a:srgbClr val="FCB900">
                  <a:lumMod val="94000"/>
                  <a:lumOff val="6000"/>
                  <a:alpha val="85341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素材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9.xml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5" Type="http://schemas.openxmlformats.org/officeDocument/2006/relationships/theme" Target="../theme/theme5.xml"/><Relationship Id="rId14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0.xml"/><Relationship Id="rId15" Type="http://schemas.openxmlformats.org/officeDocument/2006/relationships/theme" Target="../theme/theme6.xml"/><Relationship Id="rId14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0.xml"/><Relationship Id="rId7" Type="http://schemas.openxmlformats.org/officeDocument/2006/relationships/slideLayout" Target="../slideLayouts/slideLayout89.xml"/><Relationship Id="rId6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4.xml"/><Relationship Id="rId15" Type="http://schemas.openxmlformats.org/officeDocument/2006/relationships/theme" Target="../theme/theme7.xml"/><Relationship Id="rId14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2.xml"/><Relationship Id="rId1" Type="http://schemas.openxmlformats.org/officeDocument/2006/relationships/slideLayout" Target="../slideLayouts/slideLayout8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8.xml"/><Relationship Id="rId15" Type="http://schemas.openxmlformats.org/officeDocument/2006/relationships/theme" Target="../theme/theme8.xml"/><Relationship Id="rId14" Type="http://schemas.openxmlformats.org/officeDocument/2006/relationships/slideLayout" Target="../slideLayouts/slideLayout110.xml"/><Relationship Id="rId13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97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5" Type="http://schemas.openxmlformats.org/officeDocument/2006/relationships/theme" Target="../theme/theme9.xml"/><Relationship Id="rId14" Type="http://schemas.openxmlformats.org/officeDocument/2006/relationships/slideLayout" Target="../slideLayouts/slideLayout124.xml"/><Relationship Id="rId13" Type="http://schemas.openxmlformats.org/officeDocument/2006/relationships/slideLayout" Target="../slideLayouts/slideLayout123.xml"/><Relationship Id="rId12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26.xml"/><Relationship Id="rId15" Type="http://schemas.openxmlformats.org/officeDocument/2006/relationships/theme" Target="../theme/theme10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40.xml"/><Relationship Id="rId15" Type="http://schemas.openxmlformats.org/officeDocument/2006/relationships/theme" Target="../theme/theme11.xml"/><Relationship Id="rId14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39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1.xml"/><Relationship Id="rId8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4.xml"/><Relationship Id="rId15" Type="http://schemas.openxmlformats.org/officeDocument/2006/relationships/theme" Target="../theme/theme12.xml"/><Relationship Id="rId14" Type="http://schemas.openxmlformats.org/officeDocument/2006/relationships/slideLayout" Target="../slideLayouts/slideLayout166.xml"/><Relationship Id="rId13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153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5.xml"/><Relationship Id="rId8" Type="http://schemas.openxmlformats.org/officeDocument/2006/relationships/slideLayout" Target="../slideLayouts/slideLayout174.xml"/><Relationship Id="rId7" Type="http://schemas.openxmlformats.org/officeDocument/2006/relationships/slideLayout" Target="../slideLayouts/slideLayout173.xml"/><Relationship Id="rId6" Type="http://schemas.openxmlformats.org/officeDocument/2006/relationships/slideLayout" Target="../slideLayouts/slideLayout172.xml"/><Relationship Id="rId5" Type="http://schemas.openxmlformats.org/officeDocument/2006/relationships/slideLayout" Target="../slideLayouts/slideLayout171.xml"/><Relationship Id="rId4" Type="http://schemas.openxmlformats.org/officeDocument/2006/relationships/slideLayout" Target="../slideLayouts/slideLayout170.xml"/><Relationship Id="rId3" Type="http://schemas.openxmlformats.org/officeDocument/2006/relationships/slideLayout" Target="../slideLayouts/slideLayout169.xml"/><Relationship Id="rId2" Type="http://schemas.openxmlformats.org/officeDocument/2006/relationships/slideLayout" Target="../slideLayouts/slideLayout168.xml"/><Relationship Id="rId15" Type="http://schemas.openxmlformats.org/officeDocument/2006/relationships/theme" Target="../theme/theme13.xml"/><Relationship Id="rId14" Type="http://schemas.openxmlformats.org/officeDocument/2006/relationships/slideLayout" Target="../slideLayouts/slideLayout180.xml"/><Relationship Id="rId13" Type="http://schemas.openxmlformats.org/officeDocument/2006/relationships/slideLayout" Target="../slideLayouts/slideLayout179.xml"/><Relationship Id="rId12" Type="http://schemas.openxmlformats.org/officeDocument/2006/relationships/slideLayout" Target="../slideLayouts/slideLayout178.xml"/><Relationship Id="rId11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76.xml"/><Relationship Id="rId1" Type="http://schemas.openxmlformats.org/officeDocument/2006/relationships/slideLayout" Target="../slideLayouts/slideLayout167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9.xml"/><Relationship Id="rId8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82.xml"/><Relationship Id="rId15" Type="http://schemas.openxmlformats.org/officeDocument/2006/relationships/theme" Target="../theme/theme14.xml"/><Relationship Id="rId14" Type="http://schemas.openxmlformats.org/officeDocument/2006/relationships/slideLayout" Target="../slideLayouts/slideLayout194.xml"/><Relationship Id="rId13" Type="http://schemas.openxmlformats.org/officeDocument/2006/relationships/slideLayout" Target="../slideLayouts/slideLayout193.xml"/><Relationship Id="rId12" Type="http://schemas.openxmlformats.org/officeDocument/2006/relationships/slideLayout" Target="../slideLayouts/slideLayout192.xml"/><Relationship Id="rId11" Type="http://schemas.openxmlformats.org/officeDocument/2006/relationships/slideLayout" Target="../slideLayouts/slideLayout191.xml"/><Relationship Id="rId10" Type="http://schemas.openxmlformats.org/officeDocument/2006/relationships/slideLayout" Target="../slideLayouts/slideLayout190.xml"/><Relationship Id="rId1" Type="http://schemas.openxmlformats.org/officeDocument/2006/relationships/slideLayout" Target="../slideLayouts/slideLayout181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6.xml"/><Relationship Id="rId15" Type="http://schemas.openxmlformats.org/officeDocument/2006/relationships/theme" Target="../theme/theme15.xml"/><Relationship Id="rId14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19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7.xml"/><Relationship Id="rId8" Type="http://schemas.openxmlformats.org/officeDocument/2006/relationships/slideLayout" Target="../slideLayouts/slideLayout216.xml"/><Relationship Id="rId7" Type="http://schemas.openxmlformats.org/officeDocument/2006/relationships/slideLayout" Target="../slideLayouts/slideLayout215.xml"/><Relationship Id="rId6" Type="http://schemas.openxmlformats.org/officeDocument/2006/relationships/slideLayout" Target="../slideLayouts/slideLayout214.xml"/><Relationship Id="rId5" Type="http://schemas.openxmlformats.org/officeDocument/2006/relationships/slideLayout" Target="../slideLayouts/slideLayout213.xml"/><Relationship Id="rId4" Type="http://schemas.openxmlformats.org/officeDocument/2006/relationships/slideLayout" Target="../slideLayouts/slideLayout212.xml"/><Relationship Id="rId3" Type="http://schemas.openxmlformats.org/officeDocument/2006/relationships/slideLayout" Target="../slideLayouts/slideLayout211.xml"/><Relationship Id="rId2" Type="http://schemas.openxmlformats.org/officeDocument/2006/relationships/slideLayout" Target="../slideLayouts/slideLayout210.xml"/><Relationship Id="rId15" Type="http://schemas.openxmlformats.org/officeDocument/2006/relationships/theme" Target="../theme/theme16.xml"/><Relationship Id="rId14" Type="http://schemas.openxmlformats.org/officeDocument/2006/relationships/slideLayout" Target="../slideLayouts/slideLayout222.xml"/><Relationship Id="rId13" Type="http://schemas.openxmlformats.org/officeDocument/2006/relationships/slideLayout" Target="../slideLayouts/slideLayout221.xml"/><Relationship Id="rId12" Type="http://schemas.openxmlformats.org/officeDocument/2006/relationships/slideLayout" Target="../slideLayouts/slideLayout220.xml"/><Relationship Id="rId11" Type="http://schemas.openxmlformats.org/officeDocument/2006/relationships/slideLayout" Target="../slideLayouts/slideLayout219.xml"/><Relationship Id="rId10" Type="http://schemas.openxmlformats.org/officeDocument/2006/relationships/slideLayout" Target="../slideLayouts/slideLayout218.xml"/><Relationship Id="rId1" Type="http://schemas.openxmlformats.org/officeDocument/2006/relationships/slideLayout" Target="../slideLayouts/slideLayout209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1.xml"/><Relationship Id="rId8" Type="http://schemas.openxmlformats.org/officeDocument/2006/relationships/slideLayout" Target="../slideLayouts/slideLayout230.xml"/><Relationship Id="rId7" Type="http://schemas.openxmlformats.org/officeDocument/2006/relationships/slideLayout" Target="../slideLayouts/slideLayout229.xml"/><Relationship Id="rId6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27.xml"/><Relationship Id="rId4" Type="http://schemas.openxmlformats.org/officeDocument/2006/relationships/slideLayout" Target="../slideLayouts/slideLayout226.xml"/><Relationship Id="rId3" Type="http://schemas.openxmlformats.org/officeDocument/2006/relationships/slideLayout" Target="../slideLayouts/slideLayout225.xml"/><Relationship Id="rId2" Type="http://schemas.openxmlformats.org/officeDocument/2006/relationships/slideLayout" Target="../slideLayouts/slideLayout224.xml"/><Relationship Id="rId15" Type="http://schemas.openxmlformats.org/officeDocument/2006/relationships/theme" Target="../theme/theme17.xml"/><Relationship Id="rId14" Type="http://schemas.openxmlformats.org/officeDocument/2006/relationships/slideLayout" Target="../slideLayouts/slideLayout236.xml"/><Relationship Id="rId13" Type="http://schemas.openxmlformats.org/officeDocument/2006/relationships/slideLayout" Target="../slideLayouts/slideLayout235.xml"/><Relationship Id="rId12" Type="http://schemas.openxmlformats.org/officeDocument/2006/relationships/slideLayout" Target="../slideLayouts/slideLayout234.xml"/><Relationship Id="rId11" Type="http://schemas.openxmlformats.org/officeDocument/2006/relationships/slideLayout" Target="../slideLayouts/slideLayout233.xml"/><Relationship Id="rId10" Type="http://schemas.openxmlformats.org/officeDocument/2006/relationships/slideLayout" Target="../slideLayouts/slideLayout232.xml"/><Relationship Id="rId1" Type="http://schemas.openxmlformats.org/officeDocument/2006/relationships/slideLayout" Target="../slideLayouts/slideLayout22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38.xml"/><Relationship Id="rId15" Type="http://schemas.openxmlformats.org/officeDocument/2006/relationships/theme" Target="../theme/theme18.xml"/><Relationship Id="rId14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6.xml"/><Relationship Id="rId1" Type="http://schemas.openxmlformats.org/officeDocument/2006/relationships/slideLayout" Target="../slideLayouts/slideLayout2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A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  <p:sldLayoutId id="214748385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  <p:sldLayoutId id="2147483914" r:id="rId13"/>
    <p:sldLayoutId id="2147483915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标题 1"/>
          <p:cNvSpPr>
            <a:spLocks noGrp="1"/>
          </p:cNvSpPr>
          <p:nvPr>
            <p:ph type="title"/>
          </p:nvPr>
        </p:nvSpPr>
        <p:spPr>
          <a:xfrm>
            <a:off x="2052638" y="2012950"/>
            <a:ext cx="8086725" cy="985838"/>
          </a:xfrm>
          <a:noFill/>
          <a:ln>
            <a:noFill/>
          </a:ln>
        </p:spPr>
        <p:txBody>
          <a:bodyPr anchor="ctr"/>
          <a:p>
            <a:pPr defTabSz="914400">
              <a:buNone/>
            </a:pPr>
            <a:r>
              <a:rPr lang="zh-CN" altLang="en-US" kern="1200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线段树</a:t>
            </a:r>
            <a:r>
              <a:rPr lang="zh-CN" altLang="en-US" kern="1200">
                <a:solidFill>
                  <a:srgbClr val="252525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应用</a:t>
            </a:r>
            <a:endParaRPr lang="zh-CN" altLang="en-US" kern="1200">
              <a:solidFill>
                <a:srgbClr val="252525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77826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386138" y="4899025"/>
            <a:ext cx="5419725" cy="327025"/>
          </a:xfrm>
          <a:noFill/>
          <a:ln>
            <a:noFill/>
          </a:ln>
        </p:spPr>
        <p:txBody>
          <a:bodyPr anchor="t"/>
          <a:p>
            <a:pPr defTabSz="914400"/>
            <a:r>
              <a:rPr lang="en-US" altLang="zh-CN" kern="1200">
                <a:latin typeface="微软雅黑" pitchFamily="34" charset="-122"/>
                <a:ea typeface="微软雅黑" pitchFamily="34" charset="-122"/>
                <a:cs typeface="+mn-cs"/>
              </a:rPr>
              <a:t>2025.07.28</a:t>
            </a:r>
            <a:endParaRPr lang="en-US" altLang="zh-CN" kern="1200"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复杂信息的</a:t>
            </a:r>
            <a:r>
              <a:rPr lang="zh-CN" altLang="en-US"/>
              <a:t>合并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最大</a:t>
            </a:r>
            <a:r>
              <a:rPr lang="zh-CN" altLang="en-US"/>
              <a:t>子段和，单点修改，区间</a:t>
            </a:r>
            <a:r>
              <a:rPr lang="zh-CN" altLang="en-US"/>
              <a:t>查询。</a:t>
            </a:r>
            <a:endParaRPr lang="zh-CN" altLang="en-US"/>
          </a:p>
          <a:p>
            <a:pPr lvl="1"/>
            <a:r>
              <a:rPr lang="zh-CN" altLang="en-US"/>
              <a:t>记录一下每一段的和，最大的前缀和，最大的后缀和，以及</a:t>
            </a:r>
            <a:r>
              <a:rPr lang="zh-CN" altLang="en-US"/>
              <a:t>最大子段和。</a:t>
            </a:r>
            <a:endParaRPr lang="zh-CN" altLang="en-US"/>
          </a:p>
          <a:p>
            <a:pPr lvl="1"/>
            <a:endParaRPr lang="en-US" altLang="zh-CN"/>
          </a:p>
          <a:p>
            <a:pPr lvl="1"/>
            <a:r>
              <a:rPr lang="zh-CN" altLang="en-US"/>
              <a:t>同理，你可以用线段树维护</a:t>
            </a:r>
            <a:r>
              <a:rPr lang="en-US" altLang="zh-CN"/>
              <a:t> min(a[i]-a[j] | l &lt;= i &lt; j &lt;= r)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复杂信息的</a:t>
            </a:r>
            <a:r>
              <a:rPr lang="zh-CN" altLang="en-US"/>
              <a:t>合并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经典模型：给你</a:t>
            </a:r>
            <a:r>
              <a:rPr lang="en-US" altLang="zh-CN"/>
              <a:t> n </a:t>
            </a:r>
            <a:r>
              <a:rPr lang="zh-CN" altLang="en-US"/>
              <a:t>列点，每列有</a:t>
            </a:r>
            <a:r>
              <a:rPr lang="en-US" altLang="zh-CN"/>
              <a:t> k </a:t>
            </a:r>
            <a:r>
              <a:rPr lang="zh-CN" altLang="en-US"/>
              <a:t>个，其中第</a:t>
            </a:r>
            <a:r>
              <a:rPr lang="en-US" altLang="zh-CN"/>
              <a:t> i </a:t>
            </a:r>
            <a:r>
              <a:rPr lang="zh-CN" altLang="en-US"/>
              <a:t>列的点，向第</a:t>
            </a:r>
            <a:r>
              <a:rPr lang="en-US" altLang="zh-CN"/>
              <a:t> i+1 </a:t>
            </a:r>
            <a:r>
              <a:rPr lang="zh-CN" altLang="en-US"/>
              <a:t>列点连</a:t>
            </a:r>
            <a:r>
              <a:rPr lang="zh-CN" altLang="en-US"/>
              <a:t>有向边，问两点之间的最短路。</a:t>
            </a:r>
            <a:endParaRPr lang="zh-CN" altLang="en-US"/>
          </a:p>
          <a:p>
            <a:pPr lvl="1"/>
            <a:r>
              <a:rPr lang="zh-CN" altLang="en-US"/>
              <a:t>维护区间内，两端两两之间最短路，时间复杂度</a:t>
            </a:r>
            <a:r>
              <a:rPr lang="en-US" altLang="zh-CN"/>
              <a:t> O(k^3 log n)</a:t>
            </a:r>
            <a:r>
              <a:rPr lang="zh-CN" altLang="en-US"/>
              <a:t>。</a:t>
            </a:r>
            <a:endParaRPr lang="en-US" altLang="zh-CN"/>
          </a:p>
          <a:p>
            <a:r>
              <a:rPr lang="en-US" altLang="zh-CN"/>
              <a:t>[CF 750E] </a:t>
            </a:r>
            <a:r>
              <a:rPr lang="zh-CN" altLang="en-US"/>
              <a:t>给定一个序列，问一个区间内，删除最少的字母使得只包含</a:t>
            </a:r>
            <a:r>
              <a:rPr lang="en-US" altLang="zh-CN"/>
              <a:t> 2017 </a:t>
            </a:r>
            <a:r>
              <a:rPr lang="zh-CN" altLang="en-US"/>
              <a:t>不包含</a:t>
            </a:r>
            <a:r>
              <a:rPr lang="en-US" altLang="zh-CN"/>
              <a:t> 2016 </a:t>
            </a:r>
            <a:r>
              <a:rPr lang="zh-CN" altLang="en-US"/>
              <a:t>作为子序列。</a:t>
            </a:r>
            <a:endParaRPr lang="zh-CN" altLang="en-US"/>
          </a:p>
          <a:p>
            <a:pPr lvl="1"/>
            <a:r>
              <a:rPr lang="zh-CN" altLang="en-US"/>
              <a:t>可以写出</a:t>
            </a:r>
            <a:r>
              <a:rPr lang="en-US" altLang="zh-CN"/>
              <a:t> dp</a:t>
            </a:r>
            <a:r>
              <a:rPr lang="zh-CN" altLang="en-US"/>
              <a:t>，把</a:t>
            </a:r>
            <a:r>
              <a:rPr lang="en-US" altLang="zh-CN"/>
              <a:t> dp </a:t>
            </a:r>
            <a:r>
              <a:rPr lang="zh-CN" altLang="en-US"/>
              <a:t>转移类比成最短路</a:t>
            </a:r>
            <a:r>
              <a:rPr lang="zh-CN" altLang="en-US"/>
              <a:t>即可。</a:t>
            </a:r>
            <a:endParaRPr lang="zh-CN" altLang="en-US"/>
          </a:p>
          <a:p>
            <a:pPr lvl="0"/>
            <a:r>
              <a:rPr lang="zh-CN" altLang="en-US"/>
              <a:t>还有很多线段树维护</a:t>
            </a:r>
            <a:r>
              <a:rPr lang="en-US" altLang="zh-CN"/>
              <a:t> dp </a:t>
            </a:r>
            <a:r>
              <a:rPr lang="zh-CN" altLang="en-US"/>
              <a:t>的题</a:t>
            </a:r>
            <a:r>
              <a:rPr lang="zh-CN" altLang="en-US"/>
              <a:t>几乎一样。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复杂信息的</a:t>
            </a:r>
            <a:r>
              <a:rPr lang="zh-CN" altLang="en-US"/>
              <a:t>合并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[ABC 365</a:t>
            </a:r>
            <a:r>
              <a:rPr lang="en-US" altLang="zh-CN"/>
              <a:t>F]</a:t>
            </a:r>
            <a:endParaRPr lang="en-US" altLang="zh-CN"/>
          </a:p>
          <a:p>
            <a:pPr lvl="1"/>
            <a:r>
              <a:rPr lang="zh-CN" altLang="en-US"/>
              <a:t>给一个</a:t>
            </a:r>
            <a:r>
              <a:rPr lang="en-US" altLang="zh-CN"/>
              <a:t> n x m </a:t>
            </a:r>
            <a:r>
              <a:rPr lang="zh-CN" altLang="en-US"/>
              <a:t>的联通的网格，其中第</a:t>
            </a:r>
            <a:r>
              <a:rPr lang="en-US" altLang="zh-CN"/>
              <a:t> i </a:t>
            </a:r>
            <a:r>
              <a:rPr lang="zh-CN" altLang="en-US"/>
              <a:t>列只有</a:t>
            </a:r>
            <a:r>
              <a:rPr lang="en-US" altLang="zh-CN"/>
              <a:t> [Li, Ri] </a:t>
            </a:r>
            <a:r>
              <a:rPr lang="zh-CN" altLang="en-US"/>
              <a:t>这一段是可以</a:t>
            </a:r>
            <a:r>
              <a:rPr lang="zh-CN" altLang="en-US"/>
              <a:t>移动的。</a:t>
            </a:r>
            <a:endParaRPr lang="zh-CN" altLang="en-US"/>
          </a:p>
          <a:p>
            <a:pPr lvl="1"/>
            <a:r>
              <a:rPr lang="en-US" altLang="zh-CN"/>
              <a:t>q </a:t>
            </a:r>
            <a:r>
              <a:rPr lang="zh-CN" altLang="en-US"/>
              <a:t>组询问问两点之间</a:t>
            </a:r>
            <a:r>
              <a:rPr lang="zh-CN" altLang="en-US"/>
              <a:t>最短距离。</a:t>
            </a:r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zh-CN" altLang="en-US"/>
              <a:t>考虑贪心，一定是每次走到下一段的对应的区间内。然后维护若干列的结果。</a:t>
            </a:r>
            <a:endParaRPr lang="zh-CN" altLang="en-US"/>
          </a:p>
          <a:p>
            <a:pPr lvl="1"/>
            <a:r>
              <a:rPr lang="zh-CN" altLang="en-US"/>
              <a:t>如果这些列对应的区间有交，维护交即可，移动的代价一定是起点到交的</a:t>
            </a:r>
            <a:r>
              <a:rPr lang="zh-CN" altLang="en-US"/>
              <a:t>距离。</a:t>
            </a:r>
            <a:endParaRPr lang="zh-CN" altLang="en-US"/>
          </a:p>
          <a:p>
            <a:pPr lvl="1"/>
            <a:r>
              <a:rPr lang="zh-CN" altLang="en-US"/>
              <a:t>如果没有交，一定在某个时刻都走到了同一个位置。移动的代价为</a:t>
            </a:r>
            <a:r>
              <a:rPr lang="en-US" altLang="zh-CN"/>
              <a:t> |x-a|+b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zh-CN" altLang="en-US"/>
              <a:t>这个可以</a:t>
            </a:r>
            <a:r>
              <a:rPr lang="zh-CN" altLang="en-US"/>
              <a:t>合并。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复杂信息的</a:t>
            </a:r>
            <a:r>
              <a:rPr lang="zh-CN" altLang="en-US"/>
              <a:t>合并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[</a:t>
            </a:r>
            <a:r>
              <a:rPr lang="zh-CN" altLang="en-US"/>
              <a:t>杭州</a:t>
            </a:r>
            <a:r>
              <a:rPr lang="en-US" altLang="zh-CN"/>
              <a:t> 2022 B] </a:t>
            </a:r>
            <a:r>
              <a:rPr lang="zh-CN" altLang="en-US"/>
              <a:t>简化题意：</a:t>
            </a:r>
            <a:endParaRPr lang="zh-CN" altLang="en-US"/>
          </a:p>
          <a:p>
            <a:pPr lvl="1"/>
            <a:r>
              <a:rPr lang="zh-CN" altLang="en-US"/>
              <a:t>有</a:t>
            </a:r>
            <a:r>
              <a:rPr lang="en-US" altLang="zh-CN"/>
              <a:t> n </a:t>
            </a:r>
            <a:r>
              <a:rPr lang="zh-CN" altLang="en-US"/>
              <a:t>个数字，第</a:t>
            </a:r>
            <a:r>
              <a:rPr lang="en-US" altLang="zh-CN"/>
              <a:t> i </a:t>
            </a:r>
            <a:r>
              <a:rPr lang="zh-CN" altLang="en-US"/>
              <a:t>个数字为</a:t>
            </a:r>
            <a:r>
              <a:rPr lang="en-US" altLang="zh-CN"/>
              <a:t> c[i]</a:t>
            </a:r>
            <a:r>
              <a:rPr lang="zh-CN" altLang="en-US"/>
              <a:t>，权值为</a:t>
            </a:r>
            <a:r>
              <a:rPr lang="en-US" altLang="zh-CN"/>
              <a:t> d[i]</a:t>
            </a:r>
            <a:r>
              <a:rPr lang="zh-CN" altLang="en-US"/>
              <a:t>。需要单点修改，对每一位</a:t>
            </a:r>
            <a:r>
              <a:rPr lang="en-US" altLang="zh-CN"/>
              <a:t> k </a:t>
            </a:r>
            <a:r>
              <a:rPr lang="zh-CN" altLang="en-US"/>
              <a:t>查询，所有</a:t>
            </a:r>
            <a:r>
              <a:rPr lang="en-US" altLang="zh-CN"/>
              <a:t> i </a:t>
            </a:r>
            <a:r>
              <a:rPr lang="zh-CN" altLang="en-US"/>
              <a:t>加</a:t>
            </a:r>
            <a:r>
              <a:rPr lang="en-US" altLang="zh-CN"/>
              <a:t> j </a:t>
            </a:r>
            <a:r>
              <a:rPr lang="zh-CN" altLang="en-US"/>
              <a:t>在第</a:t>
            </a:r>
            <a:r>
              <a:rPr lang="en-US" altLang="zh-CN"/>
              <a:t> k </a:t>
            </a:r>
            <a:r>
              <a:rPr lang="zh-CN" altLang="en-US"/>
              <a:t>位能发生进位的最大的</a:t>
            </a:r>
            <a:r>
              <a:rPr lang="en-US" altLang="zh-CN"/>
              <a:t> d[i] + d[j]</a:t>
            </a:r>
            <a:r>
              <a:rPr lang="zh-CN" altLang="en-US"/>
              <a:t>。</a:t>
            </a:r>
            <a:endParaRPr lang="zh-CN" altLang="en-US"/>
          </a:p>
          <a:p>
            <a:pPr lvl="0"/>
            <a:endParaRPr lang="zh-CN" altLang="en-US"/>
          </a:p>
          <a:p>
            <a:pPr lvl="0"/>
            <a:r>
              <a:rPr lang="zh-CN" altLang="en-US"/>
              <a:t>考虑第</a:t>
            </a:r>
            <a:r>
              <a:rPr lang="en-US" altLang="zh-CN"/>
              <a:t> k </a:t>
            </a:r>
            <a:r>
              <a:rPr lang="zh-CN" altLang="en-US"/>
              <a:t>位，如果能进位当且仅当</a:t>
            </a:r>
            <a:r>
              <a:rPr lang="en-US" altLang="zh-CN"/>
              <a:t> (c[i] mod 2^k) + (c[j] mod 2^k) &gt;= 2^k</a:t>
            </a:r>
            <a:r>
              <a:rPr lang="zh-CN" altLang="en-US"/>
              <a:t>，考虑把一边</a:t>
            </a:r>
            <a:r>
              <a:rPr lang="zh-CN" altLang="en-US"/>
              <a:t>取反。</a:t>
            </a:r>
            <a:endParaRPr lang="zh-CN" altLang="en-US"/>
          </a:p>
          <a:p>
            <a:pPr lvl="0"/>
            <a:r>
              <a:rPr lang="zh-CN" altLang="en-US"/>
              <a:t>即令</a:t>
            </a:r>
            <a:r>
              <a:rPr lang="en-US" altLang="zh-CN"/>
              <a:t> A[i] </a:t>
            </a:r>
            <a:r>
              <a:rPr lang="zh-CN" altLang="en-US"/>
              <a:t>表示</a:t>
            </a:r>
            <a:r>
              <a:rPr lang="en-US" altLang="zh-CN"/>
              <a:t> c[j] mod 2^k = i </a:t>
            </a:r>
            <a:r>
              <a:rPr lang="zh-CN" altLang="en-US"/>
              <a:t>最大的</a:t>
            </a:r>
            <a:r>
              <a:rPr lang="en-US" altLang="zh-CN"/>
              <a:t> d[j]</a:t>
            </a:r>
            <a:r>
              <a:rPr lang="zh-CN" altLang="en-US"/>
              <a:t>，</a:t>
            </a:r>
            <a:r>
              <a:rPr lang="en-US" altLang="zh-CN"/>
              <a:t>B[i] </a:t>
            </a:r>
            <a:r>
              <a:rPr lang="zh-CN" altLang="en-US"/>
              <a:t>表示</a:t>
            </a:r>
            <a:r>
              <a:rPr lang="en-US" altLang="zh-CN"/>
              <a:t> c[j] mod 2^k = 2^k - i </a:t>
            </a:r>
            <a:r>
              <a:rPr lang="zh-CN" altLang="en-US"/>
              <a:t>最大的</a:t>
            </a:r>
            <a:r>
              <a:rPr lang="en-US" altLang="zh-CN"/>
              <a:t> d[j]</a:t>
            </a:r>
            <a:r>
              <a:rPr lang="zh-CN" altLang="en-US"/>
              <a:t>。</a:t>
            </a:r>
            <a:endParaRPr lang="zh-CN" altLang="en-US"/>
          </a:p>
          <a:p>
            <a:pPr lvl="0"/>
            <a:r>
              <a:rPr lang="zh-CN" altLang="en-US"/>
              <a:t>那么答案为</a:t>
            </a:r>
            <a:r>
              <a:rPr lang="en-US" altLang="zh-CN"/>
              <a:t> max(A[i] + B[j] | i &gt;= j)</a:t>
            </a:r>
            <a:r>
              <a:rPr lang="zh-CN" altLang="en-US"/>
              <a:t>。用线段树维护</a:t>
            </a:r>
            <a:r>
              <a:rPr lang="zh-CN" altLang="en-US"/>
              <a:t>即可。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打标记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en-US"/>
              <a:t>[Nanjing 2021 E</a:t>
            </a:r>
            <a:r>
              <a:rPr lang="en-US" altLang="zh-CN"/>
              <a:t>] </a:t>
            </a:r>
            <a:r>
              <a:rPr lang="zh-CN" altLang="en-US"/>
              <a:t>区间加，求区间里面的数字在一段时间的</a:t>
            </a:r>
            <a:r>
              <a:rPr lang="zh-CN" altLang="en-US"/>
              <a:t>平方和。</a:t>
            </a:r>
            <a:endParaRPr lang="zh-CN" altLang="en-US"/>
          </a:p>
          <a:p>
            <a:pPr lvl="1"/>
            <a:r>
              <a:rPr lang="zh-CN" altLang="en-US"/>
              <a:t>首先可以通过离线，变成区间加，区间历史</a:t>
            </a:r>
            <a:r>
              <a:rPr lang="zh-CN" altLang="en-US"/>
              <a:t>平方和。</a:t>
            </a:r>
            <a:endParaRPr lang="zh-CN" altLang="en-US"/>
          </a:p>
          <a:p>
            <a:pPr lvl="1"/>
            <a:r>
              <a:rPr lang="zh-CN" altLang="en-US"/>
              <a:t>如何解决区间加，</a:t>
            </a:r>
            <a:r>
              <a:rPr lang="zh-CN" altLang="en-US"/>
              <a:t>区间平方和？</a:t>
            </a:r>
            <a:endParaRPr lang="zh-CN" altLang="en-US"/>
          </a:p>
          <a:p>
            <a:pPr lvl="2"/>
            <a:r>
              <a:rPr lang="zh-CN" altLang="en-US"/>
              <a:t>可以通过维护一次方，二次方和</a:t>
            </a:r>
            <a:r>
              <a:rPr lang="zh-CN" altLang="en-US"/>
              <a:t>解决。</a:t>
            </a:r>
            <a:endParaRPr lang="zh-CN" altLang="en-US"/>
          </a:p>
          <a:p>
            <a:pPr lvl="1"/>
            <a:r>
              <a:rPr lang="zh-CN" altLang="en-US"/>
              <a:t>如何求出历史</a:t>
            </a:r>
            <a:r>
              <a:rPr lang="zh-CN" altLang="en-US"/>
              <a:t>和？</a:t>
            </a:r>
            <a:endParaRPr lang="zh-CN" altLang="en-US"/>
          </a:p>
          <a:p>
            <a:pPr lvl="2"/>
            <a:r>
              <a:rPr lang="zh-CN" altLang="en-US"/>
              <a:t>每个节点记录一下上次求和的时刻，每次更新的时候加上当前时刻减去上次修改时刻乘上</a:t>
            </a:r>
            <a:r>
              <a:rPr lang="zh-CN" altLang="en-US"/>
              <a:t>平方和。</a:t>
            </a:r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一个更加暴力的做法：考虑维护矩阵：</a:t>
            </a:r>
            <a:r>
              <a:rPr lang="en-US" altLang="zh-CN"/>
              <a:t>[1, x, x^2, sumx]</a:t>
            </a:r>
            <a:r>
              <a:rPr lang="zh-CN" altLang="en-US"/>
              <a:t>，每次修改</a:t>
            </a:r>
            <a:r>
              <a:rPr lang="zh-CN" altLang="en-US"/>
              <a:t>都可以看成一个矩阵乘法。</a:t>
            </a:r>
            <a:endParaRPr lang="zh-CN" altLang="en-US"/>
          </a:p>
          <a:p>
            <a:pPr lvl="2"/>
            <a:r>
              <a:rPr lang="zh-CN" altLang="en-US"/>
              <a:t>对于信息比较复杂的都可以用矩阵乘法</a:t>
            </a:r>
            <a:r>
              <a:rPr lang="zh-CN" altLang="en-US"/>
              <a:t>维护。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打标记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en-US"/>
              <a:t>[P4314 CPU </a:t>
            </a:r>
            <a:r>
              <a:rPr lang="zh-CN" altLang="en-US"/>
              <a:t>监控</a:t>
            </a:r>
            <a:r>
              <a:rPr lang="en-US" altLang="zh-CN"/>
              <a:t>] </a:t>
            </a:r>
            <a:r>
              <a:rPr lang="zh-CN" altLang="en-US"/>
              <a:t>区间加，区间赋值，区间最大值，区间</a:t>
            </a:r>
            <a:r>
              <a:rPr lang="zh-CN" altLang="en-US"/>
              <a:t>历史最大值。</a:t>
            </a:r>
            <a:endParaRPr lang="zh-CN" altLang="en-US"/>
          </a:p>
          <a:p>
            <a:pPr lvl="1"/>
            <a:r>
              <a:rPr lang="zh-CN" altLang="en-US"/>
              <a:t>考虑类似的方法，用</a:t>
            </a:r>
            <a:r>
              <a:rPr lang="en-US" altLang="zh-CN"/>
              <a:t> [a, b] </a:t>
            </a:r>
            <a:r>
              <a:rPr lang="zh-CN" altLang="en-US"/>
              <a:t>表示当前值与历史</a:t>
            </a:r>
            <a:r>
              <a:rPr lang="zh-CN" altLang="en-US"/>
              <a:t>最大值。</a:t>
            </a:r>
            <a:endParaRPr lang="zh-CN" altLang="en-US"/>
          </a:p>
          <a:p>
            <a:pPr lvl="1"/>
            <a:r>
              <a:rPr lang="zh-CN" altLang="en-US"/>
              <a:t>区间加等于</a:t>
            </a:r>
            <a:r>
              <a:rPr lang="en-US" altLang="zh-CN"/>
              <a:t> [a, b] -&gt; [a + k, max(b, a + k)]</a:t>
            </a:r>
            <a:r>
              <a:rPr lang="zh-CN" altLang="en-US"/>
              <a:t>，区间赋值可以引入一维</a:t>
            </a:r>
            <a:r>
              <a:rPr lang="en-US" altLang="zh-CN"/>
              <a:t> 0</a:t>
            </a:r>
            <a:r>
              <a:rPr lang="zh-CN" altLang="en-US"/>
              <a:t>，或者用颜色段均摊转化成</a:t>
            </a:r>
            <a:r>
              <a:rPr lang="zh-CN" altLang="en-US"/>
              <a:t>区间加。</a:t>
            </a:r>
            <a:endParaRPr lang="zh-CN" altLang="en-US"/>
          </a:p>
          <a:p>
            <a:pPr lvl="1"/>
            <a:r>
              <a:rPr lang="zh-CN" altLang="en-US"/>
              <a:t>每个标记都可以看成一个矩阵</a:t>
            </a:r>
            <a:r>
              <a:rPr lang="en-US" altLang="zh-CN"/>
              <a:t> (max, +)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扫描线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二</a:t>
            </a:r>
            <a:r>
              <a:rPr lang="zh-CN" altLang="en-US"/>
              <a:t>维数点，平面上有</a:t>
            </a:r>
            <a:r>
              <a:rPr lang="en-US" altLang="zh-CN"/>
              <a:t> n </a:t>
            </a:r>
            <a:r>
              <a:rPr lang="zh-CN" altLang="en-US"/>
              <a:t>个点，</a:t>
            </a:r>
            <a:r>
              <a:rPr lang="en-US" altLang="zh-CN"/>
              <a:t>(x[i], y[i])</a:t>
            </a:r>
            <a:r>
              <a:rPr lang="zh-CN" altLang="en-US"/>
              <a:t>，</a:t>
            </a:r>
            <a:r>
              <a:rPr lang="en-US" altLang="zh-CN"/>
              <a:t>q </a:t>
            </a:r>
            <a:r>
              <a:rPr lang="zh-CN" altLang="en-US"/>
              <a:t>组询问，询问</a:t>
            </a:r>
            <a:r>
              <a:rPr lang="en-US" altLang="zh-CN"/>
              <a:t> x[i] &lt;= A, y[i] &lt;= B </a:t>
            </a:r>
            <a:r>
              <a:rPr lang="zh-CN" altLang="en-US"/>
              <a:t>的</a:t>
            </a:r>
            <a:r>
              <a:rPr lang="zh-CN" altLang="en-US"/>
              <a:t>点的个数。</a:t>
            </a:r>
            <a:endParaRPr lang="zh-CN" altLang="en-US"/>
          </a:p>
          <a:p>
            <a:pPr lvl="1"/>
            <a:r>
              <a:rPr lang="zh-CN" altLang="en-US"/>
              <a:t>容易转换成一个子矩形里面点的个数。</a:t>
            </a:r>
            <a:r>
              <a:rPr lang="en-US" altLang="zh-CN"/>
              <a:t>[P2163]</a:t>
            </a:r>
            <a:endParaRPr lang="zh-CN" altLang="en-US"/>
          </a:p>
          <a:p>
            <a:pPr lvl="1"/>
            <a:r>
              <a:rPr lang="zh-CN" altLang="en-US"/>
              <a:t>先进行若干</a:t>
            </a:r>
            <a:r>
              <a:rPr lang="zh-CN" altLang="en-US"/>
              <a:t>个二维矩形加，最后查询若干个矩形的</a:t>
            </a:r>
            <a:r>
              <a:rPr lang="zh-CN" altLang="en-US"/>
              <a:t>和。</a:t>
            </a:r>
            <a:endParaRPr lang="zh-CN" altLang="en-US"/>
          </a:p>
          <a:p>
            <a:pPr lvl="0"/>
            <a:endParaRPr lang="zh-CN" altLang="en-US" sz="2000"/>
          </a:p>
          <a:p>
            <a:pPr lvl="0"/>
            <a:r>
              <a:rPr lang="zh-CN" altLang="en-US"/>
              <a:t>等腰直角三角形数点，询问</a:t>
            </a:r>
            <a:r>
              <a:rPr lang="en-US" altLang="zh-CN"/>
              <a:t> (A, B, d) </a:t>
            </a:r>
            <a:r>
              <a:rPr lang="zh-CN" altLang="en-US"/>
              <a:t>查询</a:t>
            </a:r>
            <a:r>
              <a:rPr lang="en-US" altLang="zh-CN"/>
              <a:t> x &gt;= A, y &gt;= B, x + y &lt;= A + B + d </a:t>
            </a:r>
            <a:r>
              <a:rPr lang="zh-CN" altLang="en-US"/>
              <a:t>的</a:t>
            </a:r>
            <a:r>
              <a:rPr lang="zh-CN" altLang="en-US"/>
              <a:t>点的个数。</a:t>
            </a:r>
            <a:endParaRPr lang="zh-CN" altLang="en-US"/>
          </a:p>
          <a:p>
            <a:pPr lvl="1"/>
            <a:r>
              <a:rPr lang="zh-CN" altLang="en-US" sz="1800"/>
              <a:t>可以拆成若干个限制二维的区域，转化成二维数点。</a:t>
            </a:r>
            <a:endParaRPr lang="zh-CN" altLang="en-US" sz="1800"/>
          </a:p>
          <a:p>
            <a:pPr lvl="1"/>
            <a:endParaRPr lang="zh-CN" altLang="en-US" sz="1800"/>
          </a:p>
          <a:p>
            <a:pPr lvl="0"/>
            <a:r>
              <a:rPr lang="zh-CN" altLang="en-US" sz="2000"/>
              <a:t>给一个排列，统计多少对</a:t>
            </a:r>
            <a:r>
              <a:rPr lang="en-US" altLang="zh-CN" sz="2000"/>
              <a:t> (i, j, k) </a:t>
            </a:r>
            <a:r>
              <a:rPr lang="zh-CN" altLang="en-US" sz="2000"/>
              <a:t>满足</a:t>
            </a:r>
            <a:r>
              <a:rPr lang="en-US" altLang="zh-CN" sz="2000"/>
              <a:t> i &lt; j &lt; k </a:t>
            </a:r>
            <a:r>
              <a:rPr lang="zh-CN" altLang="en-US" sz="2000"/>
              <a:t>且</a:t>
            </a:r>
            <a:r>
              <a:rPr lang="en-US" altLang="zh-CN" sz="2000"/>
              <a:t> p[i] &lt; p[k] &lt; p[j]</a:t>
            </a:r>
            <a:r>
              <a:rPr lang="zh-CN" altLang="en-US" sz="2000"/>
              <a:t>。</a:t>
            </a:r>
            <a:endParaRPr lang="zh-CN" altLang="en-US" sz="2000"/>
          </a:p>
          <a:p>
            <a:pPr lvl="1"/>
            <a:r>
              <a:rPr lang="zh-CN" altLang="en-US"/>
              <a:t>转化为统计</a:t>
            </a:r>
            <a:r>
              <a:rPr lang="en-US" altLang="zh-CN"/>
              <a:t> 1?? - 123</a:t>
            </a:r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扫描线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zh-CN" altLang="en-US"/>
              <a:t>矩形面积并</a:t>
            </a:r>
            <a:r>
              <a:rPr lang="en-US" altLang="zh-CN"/>
              <a:t> [P5490]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zh-CN" altLang="en-US"/>
              <a:t>扫描线，维护区间内</a:t>
            </a:r>
            <a:r>
              <a:rPr lang="en-US" altLang="zh-CN"/>
              <a:t> cover </a:t>
            </a:r>
            <a:r>
              <a:rPr lang="zh-CN" altLang="en-US"/>
              <a:t>次数。</a:t>
            </a:r>
            <a:endParaRPr lang="zh-CN" altLang="en-US"/>
          </a:p>
          <a:p>
            <a:pPr lvl="1"/>
            <a:r>
              <a:rPr lang="zh-CN" altLang="en-US"/>
              <a:t>维护</a:t>
            </a:r>
            <a:r>
              <a:rPr lang="en-US" altLang="zh-CN"/>
              <a:t> cover </a:t>
            </a:r>
            <a:r>
              <a:rPr lang="zh-CN" altLang="en-US"/>
              <a:t>次数</a:t>
            </a:r>
            <a:r>
              <a:rPr lang="en-US" altLang="zh-CN"/>
              <a:t> = 0 </a:t>
            </a:r>
            <a:r>
              <a:rPr lang="zh-CN" altLang="en-US"/>
              <a:t>比较困难，改成维护</a:t>
            </a:r>
            <a:r>
              <a:rPr lang="en-US" altLang="zh-CN"/>
              <a:t> cover </a:t>
            </a:r>
            <a:r>
              <a:rPr lang="zh-CN" altLang="en-US"/>
              <a:t>次数最小值以及最小值的</a:t>
            </a:r>
            <a:r>
              <a:rPr lang="zh-CN" altLang="en-US"/>
              <a:t>长度。</a:t>
            </a:r>
            <a:endParaRPr lang="zh-CN" altLang="en-US"/>
          </a:p>
          <a:p>
            <a:pPr lvl="0"/>
            <a:endParaRPr lang="zh-CN" altLang="en-US"/>
          </a:p>
          <a:p>
            <a:pPr lvl="0"/>
            <a:r>
              <a:rPr lang="zh-CN" altLang="en-US" sz="2000">
                <a:sym typeface="+mn-ea"/>
              </a:rPr>
              <a:t>矩形并的周长</a:t>
            </a:r>
            <a:r>
              <a:rPr lang="en-US" altLang="zh-CN" sz="2000">
                <a:sym typeface="+mn-ea"/>
              </a:rPr>
              <a:t>[P1856]</a:t>
            </a:r>
            <a:r>
              <a:rPr lang="zh-CN" altLang="en-US" sz="2000">
                <a:sym typeface="+mn-ea"/>
              </a:rPr>
              <a:t>。</a:t>
            </a:r>
            <a:endParaRPr lang="zh-CN" altLang="en-US" sz="2000"/>
          </a:p>
          <a:p>
            <a:pPr lvl="1"/>
            <a:r>
              <a:rPr lang="zh-CN" altLang="en-US" sz="2000">
                <a:sym typeface="+mn-ea"/>
              </a:rPr>
              <a:t>横竖分开来做。对于一条横的线段，只要求出区间内</a:t>
            </a:r>
            <a:r>
              <a:rPr lang="en-US" altLang="zh-CN" sz="2000">
                <a:sym typeface="+mn-ea"/>
              </a:rPr>
              <a:t> cover </a:t>
            </a:r>
            <a:r>
              <a:rPr lang="zh-CN" altLang="en-US" sz="2000">
                <a:sym typeface="+mn-ea"/>
              </a:rPr>
              <a:t>数为</a:t>
            </a:r>
            <a:r>
              <a:rPr lang="en-US" altLang="zh-CN" sz="2000">
                <a:sym typeface="+mn-ea"/>
              </a:rPr>
              <a:t> 0 </a:t>
            </a:r>
            <a:r>
              <a:rPr lang="zh-CN" altLang="en-US" sz="2000">
                <a:sym typeface="+mn-ea"/>
              </a:rPr>
              <a:t>的长度即可</a:t>
            </a:r>
            <a:endParaRPr lang="zh-CN" altLang="en-US" sz="2000">
              <a:sym typeface="+mn-ea"/>
            </a:endParaRPr>
          </a:p>
          <a:p>
            <a:pPr lvl="1"/>
            <a:r>
              <a:rPr lang="zh-CN" altLang="en-US"/>
              <a:t>注意</a:t>
            </a:r>
            <a:r>
              <a:rPr lang="zh-CN" altLang="en-US"/>
              <a:t>相同坐标。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扫描线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zh-CN" altLang="en-US"/>
              <a:t>广义的扫描线：</a:t>
            </a:r>
            <a:r>
              <a:rPr lang="en-US" altLang="zh-CN"/>
              <a:t>f(l, r)</a:t>
            </a:r>
            <a:r>
              <a:rPr lang="zh-CN" altLang="en-US"/>
              <a:t>，扫右端点，用数据结构更新左端点的</a:t>
            </a:r>
            <a:r>
              <a:rPr lang="zh-CN" altLang="en-US"/>
              <a:t>答案。</a:t>
            </a:r>
            <a:endParaRPr lang="zh-CN" altLang="en-US"/>
          </a:p>
          <a:p>
            <a:pPr lvl="1"/>
            <a:r>
              <a:rPr lang="zh-CN" altLang="en-US"/>
              <a:t>求区间内不同数字个数。</a:t>
            </a:r>
            <a:endParaRPr lang="zh-CN" altLang="en-US"/>
          </a:p>
          <a:p>
            <a:pPr lvl="2"/>
            <a:r>
              <a:rPr lang="zh-CN" altLang="en-US" sz="1600"/>
              <a:t>大概是一个区间加。</a:t>
            </a:r>
            <a:endParaRPr lang="zh-CN" altLang="en-US"/>
          </a:p>
          <a:p>
            <a:pPr lvl="1"/>
            <a:r>
              <a:rPr lang="en-US" altLang="zh-CN"/>
              <a:t>[ABC</a:t>
            </a:r>
            <a:r>
              <a:rPr lang="zh-CN" altLang="en-US"/>
              <a:t>360</a:t>
            </a:r>
            <a:r>
              <a:rPr lang="en-US" altLang="zh-CN"/>
              <a:t> F] </a:t>
            </a:r>
            <a:r>
              <a:rPr lang="zh-CN" altLang="en-US"/>
              <a:t>给</a:t>
            </a:r>
            <a:r>
              <a:rPr lang="en-US" altLang="zh-CN"/>
              <a:t> n </a:t>
            </a:r>
            <a:r>
              <a:rPr lang="zh-CN" altLang="en-US"/>
              <a:t>个区间，求出</a:t>
            </a:r>
            <a:r>
              <a:rPr lang="en-US" altLang="zh-CN"/>
              <a:t> l, r </a:t>
            </a:r>
            <a:r>
              <a:rPr lang="zh-CN" altLang="en-US"/>
              <a:t>使得它和尽量多的区间严格相交</a:t>
            </a:r>
            <a:r>
              <a:rPr lang="en-US" altLang="zh-CN"/>
              <a:t> (</a:t>
            </a:r>
            <a:r>
              <a:rPr lang="zh-CN" altLang="en-US"/>
              <a:t>不算包含</a:t>
            </a:r>
            <a:r>
              <a:rPr lang="en-US" altLang="zh-CN"/>
              <a:t>)</a:t>
            </a:r>
            <a:r>
              <a:rPr lang="zh-CN" altLang="en-US"/>
              <a:t>。</a:t>
            </a:r>
            <a:endParaRPr lang="zh-CN" altLang="en-US"/>
          </a:p>
          <a:p>
            <a:pPr lvl="2"/>
            <a:r>
              <a:rPr lang="zh-CN" altLang="en-US" sz="1600"/>
              <a:t>把每个线段的限制看成一个矩形，然后扫描线</a:t>
            </a:r>
            <a:r>
              <a:rPr lang="zh-CN" altLang="en-US" sz="1600"/>
              <a:t>即可。</a:t>
            </a:r>
            <a:endParaRPr lang="zh-CN" altLang="en-US" sz="1600"/>
          </a:p>
          <a:p>
            <a:pPr lvl="1"/>
            <a:r>
              <a:rPr lang="en-US" altLang="zh-CN" sz="1800"/>
              <a:t>[UOJ 637] </a:t>
            </a:r>
            <a:r>
              <a:rPr lang="zh-CN" altLang="en-US" sz="1800"/>
              <a:t>给你一组数字，你需要回答</a:t>
            </a:r>
            <a:r>
              <a:rPr lang="en-US" altLang="zh-CN" sz="1800"/>
              <a:t> </a:t>
            </a:r>
            <a:r>
              <a:rPr lang="zh-CN" altLang="en-US" sz="1800"/>
              <a:t>区间加</a:t>
            </a:r>
            <a:r>
              <a:rPr lang="en-US" altLang="zh-CN" sz="1800"/>
              <a:t> 1</a:t>
            </a:r>
            <a:r>
              <a:rPr lang="zh-CN" altLang="en-US" sz="1800"/>
              <a:t>后整个序列有多少个不同的数字，不同询问</a:t>
            </a:r>
            <a:r>
              <a:rPr lang="zh-CN" altLang="en-US" sz="1800"/>
              <a:t>独立。</a:t>
            </a:r>
            <a:endParaRPr lang="zh-CN" altLang="en-US" sz="1800"/>
          </a:p>
          <a:p>
            <a:pPr lvl="2"/>
            <a:r>
              <a:rPr lang="zh-CN" altLang="en-US" sz="1600"/>
              <a:t>对于每个数字都计算一下它的贡献，然后</a:t>
            </a:r>
            <a:r>
              <a:rPr lang="zh-CN" altLang="en-US" sz="1600"/>
              <a:t>扫描线。</a:t>
            </a:r>
            <a:endParaRPr lang="zh-CN" altLang="en-US" sz="1600"/>
          </a:p>
          <a:p>
            <a:pPr lvl="1"/>
            <a:r>
              <a:rPr lang="en-US" altLang="zh-CN" sz="1800"/>
              <a:t>[</a:t>
            </a:r>
            <a:r>
              <a:rPr lang="zh-CN" altLang="en-US" sz="1800"/>
              <a:t>C</a:t>
            </a:r>
            <a:r>
              <a:rPr lang="en-US" altLang="zh-CN" sz="1800"/>
              <a:t>F </a:t>
            </a:r>
            <a:r>
              <a:rPr lang="zh-CN" altLang="en-US" sz="1800"/>
              <a:t>1849E</a:t>
            </a:r>
            <a:r>
              <a:rPr lang="en-US" altLang="zh-CN" sz="1800"/>
              <a:t>] </a:t>
            </a:r>
            <a:r>
              <a:rPr lang="zh-CN" altLang="en-US" sz="1800"/>
              <a:t>统计有多少个区间，满足最大值在最小值</a:t>
            </a:r>
            <a:r>
              <a:rPr lang="zh-CN" altLang="en-US" sz="1800"/>
              <a:t>右边。</a:t>
            </a:r>
            <a:endParaRPr lang="zh-CN" altLang="en-US" sz="1800"/>
          </a:p>
          <a:p>
            <a:pPr lvl="2"/>
            <a:r>
              <a:rPr lang="zh-CN" altLang="en-US" sz="1600"/>
              <a:t>如果右端点不是最大</a:t>
            </a:r>
            <a:r>
              <a:rPr lang="en-US" altLang="zh-CN" sz="1600"/>
              <a:t>/</a:t>
            </a:r>
            <a:r>
              <a:rPr lang="zh-CN" altLang="en-US" sz="1600"/>
              <a:t>小值，答案不变，否则把一段后缀改成</a:t>
            </a:r>
            <a:r>
              <a:rPr lang="en-US" altLang="zh-CN" sz="1600"/>
              <a:t> 1 </a:t>
            </a:r>
            <a:r>
              <a:rPr lang="zh-CN" altLang="en-US" sz="1600"/>
              <a:t>或者</a:t>
            </a:r>
            <a:r>
              <a:rPr lang="en-US" altLang="zh-CN" sz="1600"/>
              <a:t> 0</a:t>
            </a:r>
            <a:r>
              <a:rPr lang="zh-CN" altLang="en-US" sz="1600"/>
              <a:t>。</a:t>
            </a:r>
            <a:endParaRPr lang="zh-CN" altLang="en-US" sz="1600"/>
          </a:p>
          <a:p>
            <a:pPr lvl="1"/>
            <a:endParaRPr lang="zh-CN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线段树</a:t>
            </a:r>
            <a:r>
              <a:rPr lang="zh-CN" altLang="en-US"/>
              <a:t>二分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zh-CN" altLang="en-US" sz="2000"/>
              <a:t>查询区间</a:t>
            </a:r>
            <a:r>
              <a:rPr lang="en-US" altLang="zh-CN" sz="2000"/>
              <a:t> [l, r] </a:t>
            </a:r>
            <a:r>
              <a:rPr lang="zh-CN" altLang="en-US" sz="2000"/>
              <a:t>内第一个大于等于</a:t>
            </a:r>
            <a:r>
              <a:rPr lang="en-US" altLang="zh-CN" sz="2000"/>
              <a:t> x </a:t>
            </a:r>
            <a:r>
              <a:rPr lang="zh-CN" altLang="en-US" sz="2000"/>
              <a:t>的</a:t>
            </a:r>
            <a:r>
              <a:rPr lang="zh-CN" altLang="en-US" sz="2000"/>
              <a:t>数字。</a:t>
            </a:r>
            <a:endParaRPr lang="zh-CN" altLang="en-US" sz="2000"/>
          </a:p>
          <a:p>
            <a:pPr lvl="1"/>
            <a:r>
              <a:rPr lang="zh-CN" altLang="en-US" sz="1800"/>
              <a:t>维护区间最大值，然后线段树</a:t>
            </a:r>
            <a:r>
              <a:rPr lang="zh-CN" altLang="en-US" sz="1800"/>
              <a:t>二分。</a:t>
            </a:r>
            <a:endParaRPr lang="zh-CN" altLang="en-US" sz="1800"/>
          </a:p>
          <a:p>
            <a:pPr lvl="0"/>
            <a:r>
              <a:rPr lang="en-US" altLang="zh-CN" sz="2000"/>
              <a:t>[CF 914D] </a:t>
            </a:r>
            <a:r>
              <a:rPr lang="zh-CN" altLang="en-US" sz="2000"/>
              <a:t>单点修改，查询区间内是否只有一个数不整除</a:t>
            </a:r>
            <a:r>
              <a:rPr lang="en-US" altLang="zh-CN" sz="2000"/>
              <a:t> x</a:t>
            </a:r>
            <a:r>
              <a:rPr lang="zh-CN" altLang="en-US" sz="2000"/>
              <a:t>。</a:t>
            </a:r>
            <a:endParaRPr lang="zh-CN" altLang="en-US" sz="2000"/>
          </a:p>
          <a:p>
            <a:pPr lvl="1"/>
            <a:r>
              <a:rPr lang="zh-CN" altLang="en-US" sz="1800"/>
              <a:t>维护区间</a:t>
            </a:r>
            <a:r>
              <a:rPr lang="en-US" altLang="zh-CN" sz="1800"/>
              <a:t> gcd</a:t>
            </a:r>
            <a:r>
              <a:rPr lang="zh-CN" altLang="en-US" sz="1800"/>
              <a:t>，然后线段树</a:t>
            </a:r>
            <a:r>
              <a:rPr lang="zh-CN" altLang="en-US" sz="1800"/>
              <a:t>二分。</a:t>
            </a:r>
            <a:endParaRPr lang="zh-CN" altLang="en-US" sz="1800"/>
          </a:p>
          <a:p>
            <a:pPr lvl="0"/>
            <a:r>
              <a:rPr lang="en-US" altLang="zh-CN" sz="2000"/>
              <a:t>[P5579] </a:t>
            </a:r>
            <a:r>
              <a:rPr lang="zh-CN" altLang="en-US" sz="2000"/>
              <a:t>有</a:t>
            </a:r>
            <a:r>
              <a:rPr lang="en-US" altLang="zh-CN" sz="2000"/>
              <a:t> n </a:t>
            </a:r>
            <a:r>
              <a:rPr lang="zh-CN" altLang="en-US" sz="2000"/>
              <a:t>个数字</a:t>
            </a:r>
            <a:r>
              <a:rPr lang="en-US" altLang="zh-CN" sz="2000"/>
              <a:t> x[1], x[2], ..., x[n]</a:t>
            </a:r>
            <a:r>
              <a:rPr lang="zh-CN" altLang="en-US" sz="2000"/>
              <a:t>，一开始都为</a:t>
            </a:r>
            <a:r>
              <a:rPr lang="en-US" altLang="zh-CN" sz="2000"/>
              <a:t> 0</a:t>
            </a:r>
            <a:r>
              <a:rPr lang="zh-CN" altLang="en-US" sz="2000"/>
              <a:t>，每天</a:t>
            </a:r>
            <a:r>
              <a:rPr lang="en-US" altLang="zh-CN" sz="2000"/>
              <a:t> x[i] += a[i]</a:t>
            </a:r>
            <a:r>
              <a:rPr lang="zh-CN" altLang="en-US" sz="2000"/>
              <a:t>。会进行</a:t>
            </a:r>
            <a:r>
              <a:rPr lang="en-US" altLang="zh-CN" sz="2000"/>
              <a:t> m </a:t>
            </a:r>
            <a:r>
              <a:rPr lang="zh-CN" altLang="en-US" sz="2000"/>
              <a:t>次收割，即在第</a:t>
            </a:r>
            <a:r>
              <a:rPr lang="en-US" altLang="zh-CN" sz="2000"/>
              <a:t> d </a:t>
            </a:r>
            <a:r>
              <a:rPr lang="zh-CN" altLang="en-US" sz="2000"/>
              <a:t>天，把所有大于</a:t>
            </a:r>
            <a:r>
              <a:rPr lang="en-US" altLang="zh-CN" sz="2000"/>
              <a:t> b </a:t>
            </a:r>
            <a:r>
              <a:rPr lang="zh-CN" altLang="en-US" sz="2000"/>
              <a:t>的</a:t>
            </a:r>
            <a:r>
              <a:rPr lang="en-US" altLang="zh-CN" sz="2000"/>
              <a:t> x </a:t>
            </a:r>
            <a:r>
              <a:rPr lang="zh-CN" altLang="en-US" sz="2000"/>
              <a:t>变成</a:t>
            </a:r>
            <a:r>
              <a:rPr lang="en-US" altLang="zh-CN" sz="2000"/>
              <a:t> b</a:t>
            </a:r>
            <a:r>
              <a:rPr lang="zh-CN" altLang="en-US" sz="2000"/>
              <a:t>，问每次收割减少的</a:t>
            </a:r>
            <a:r>
              <a:rPr lang="zh-CN" altLang="en-US" sz="2000"/>
              <a:t>量。</a:t>
            </a:r>
            <a:endParaRPr lang="zh-CN" altLang="en-US" sz="2000"/>
          </a:p>
          <a:p>
            <a:pPr lvl="1"/>
            <a:r>
              <a:rPr lang="zh-CN" altLang="en-US" sz="1800"/>
              <a:t>按</a:t>
            </a:r>
            <a:r>
              <a:rPr lang="en-US" altLang="zh-CN" sz="1800"/>
              <a:t> a </a:t>
            </a:r>
            <a:r>
              <a:rPr lang="zh-CN" altLang="en-US" sz="1800"/>
              <a:t>排序之后，保证所有的草一定都是单调递增的。可以二分找到切在什么位置。然后加等差数列，区间赋值</a:t>
            </a:r>
            <a:r>
              <a:rPr lang="zh-CN" altLang="en-US" sz="1800"/>
              <a:t>即可。</a:t>
            </a:r>
            <a:endParaRPr lang="zh-CN" altLang="en-US" sz="1800"/>
          </a:p>
          <a:p>
            <a:pPr lvl="0"/>
            <a:endParaRPr lang="zh-CN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线段树</a:t>
            </a:r>
            <a:r>
              <a:rPr lang="zh-CN" altLang="en-US"/>
              <a:t>二分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zh-CN" altLang="en-US" sz="2000"/>
              <a:t>区间查询</a:t>
            </a:r>
            <a:r>
              <a:rPr lang="en-US" altLang="zh-CN" sz="2000"/>
              <a:t> mex</a:t>
            </a:r>
            <a:r>
              <a:rPr lang="zh-CN" altLang="en-US" sz="2000"/>
              <a:t>。</a:t>
            </a:r>
            <a:endParaRPr lang="zh-CN" altLang="en-US" sz="2000"/>
          </a:p>
          <a:p>
            <a:pPr lvl="1"/>
            <a:r>
              <a:rPr lang="zh-CN" altLang="en-US" sz="1800"/>
              <a:t>按</a:t>
            </a:r>
            <a:r>
              <a:rPr lang="en-US" altLang="zh-CN" sz="1800"/>
              <a:t> r </a:t>
            </a:r>
            <a:r>
              <a:rPr lang="zh-CN" altLang="en-US" sz="1800"/>
              <a:t>端点扫，维护一下每个数字最后一次出现，然后二分找到第一个小于</a:t>
            </a:r>
            <a:r>
              <a:rPr lang="en-US" altLang="zh-CN" sz="1800"/>
              <a:t> l </a:t>
            </a:r>
            <a:r>
              <a:rPr lang="zh-CN" altLang="en-US" sz="1800"/>
              <a:t>的位置</a:t>
            </a:r>
            <a:r>
              <a:rPr lang="zh-CN" altLang="en-US" sz="1800"/>
              <a:t>即可。</a:t>
            </a:r>
            <a:endParaRPr lang="zh-CN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线段树</a:t>
            </a:r>
            <a:r>
              <a:rPr lang="zh-CN" altLang="en-US"/>
              <a:t>二分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en-US" sz="2000"/>
              <a:t>[Hangzhou 2024 B] </a:t>
            </a:r>
            <a:r>
              <a:rPr lang="zh-CN" altLang="en-US" sz="2000"/>
              <a:t>给一个序列，支持区间</a:t>
            </a:r>
            <a:r>
              <a:rPr lang="en-US" altLang="zh-CN" sz="2000"/>
              <a:t> and</a:t>
            </a:r>
            <a:r>
              <a:rPr lang="zh-CN" altLang="en-US" sz="2000"/>
              <a:t>，单点修改，求出</a:t>
            </a:r>
            <a:r>
              <a:rPr lang="en-US" altLang="zh-CN" sz="2000"/>
              <a:t> [l, r] </a:t>
            </a:r>
            <a:r>
              <a:rPr lang="zh-CN" altLang="en-US" sz="2000"/>
              <a:t>去掉恰好一个数的最大</a:t>
            </a:r>
            <a:r>
              <a:rPr lang="en-US" altLang="zh-CN" sz="2000"/>
              <a:t> and</a:t>
            </a:r>
            <a:r>
              <a:rPr lang="zh-CN" altLang="en-US" sz="2000"/>
              <a:t>。</a:t>
            </a:r>
            <a:endParaRPr lang="zh-CN" altLang="en-US" sz="2000"/>
          </a:p>
          <a:p>
            <a:pPr lvl="1"/>
            <a:r>
              <a:rPr lang="zh-CN" altLang="en-US" sz="1800"/>
              <a:t>首先考虑逐位确定，维护区间的</a:t>
            </a:r>
            <a:r>
              <a:rPr lang="en-US" altLang="zh-CN" sz="1800"/>
              <a:t> and</a:t>
            </a:r>
            <a:r>
              <a:rPr lang="zh-CN" altLang="en-US" sz="1800"/>
              <a:t>，可以类似前面</a:t>
            </a:r>
            <a:r>
              <a:rPr lang="en-US" altLang="zh-CN" sz="1800"/>
              <a:t> gcd </a:t>
            </a:r>
            <a:r>
              <a:rPr lang="zh-CN" altLang="en-US" sz="1800"/>
              <a:t>的方法在</a:t>
            </a:r>
            <a:r>
              <a:rPr lang="en-US" altLang="zh-CN" sz="1800"/>
              <a:t> O(w log n) </a:t>
            </a:r>
            <a:r>
              <a:rPr lang="zh-CN" altLang="en-US" sz="1800"/>
              <a:t>内求出答案。</a:t>
            </a:r>
            <a:endParaRPr lang="zh-CN" altLang="en-US" sz="1800"/>
          </a:p>
          <a:p>
            <a:pPr lvl="1"/>
            <a:r>
              <a:rPr lang="zh-CN" altLang="en-US" sz="1800"/>
              <a:t>进一步思考，考虑与区间</a:t>
            </a:r>
            <a:r>
              <a:rPr lang="en-US" altLang="zh-CN" sz="1800"/>
              <a:t> and </a:t>
            </a:r>
            <a:r>
              <a:rPr lang="zh-CN" altLang="en-US" sz="1800"/>
              <a:t>有区别的第一位，一定是恰好有一个数字这一位为</a:t>
            </a:r>
            <a:r>
              <a:rPr lang="en-US" altLang="zh-CN" sz="1800"/>
              <a:t> 1</a:t>
            </a:r>
            <a:r>
              <a:rPr lang="zh-CN" altLang="en-US" sz="1800"/>
              <a:t>，找到这个数字</a:t>
            </a:r>
            <a:r>
              <a:rPr lang="zh-CN" altLang="en-US" sz="1800"/>
              <a:t>即可。</a:t>
            </a:r>
            <a:endParaRPr lang="zh-CN" altLang="en-US" sz="1800"/>
          </a:p>
          <a:p>
            <a:pPr lvl="1"/>
            <a:r>
              <a:rPr lang="zh-CN" altLang="en-US" sz="1800"/>
              <a:t>状压维护区间内恰好有一位为</a:t>
            </a:r>
            <a:r>
              <a:rPr lang="en-US" altLang="zh-CN" sz="1800"/>
              <a:t> 0 </a:t>
            </a:r>
            <a:r>
              <a:rPr lang="zh-CN" altLang="en-US" sz="1800"/>
              <a:t>的位，然后线段树上二分</a:t>
            </a:r>
            <a:r>
              <a:rPr lang="zh-CN" altLang="en-US" sz="1800"/>
              <a:t>即可。</a:t>
            </a:r>
            <a:endParaRPr lang="zh-CN" altLang="en-US" sz="1800"/>
          </a:p>
          <a:p>
            <a:pPr lvl="0"/>
            <a:endParaRPr lang="zh-CN" alt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线段树</a:t>
            </a:r>
            <a:r>
              <a:rPr lang="zh-CN" altLang="en-US"/>
              <a:t>二分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en-US" sz="2000"/>
              <a:t>[CF 773E] 有一个变量 F，初始化为 0。现有一个序列 a，遍历 a</a:t>
            </a:r>
            <a:r>
              <a:rPr lang="zh-CN" altLang="en-US" sz="2000"/>
              <a:t>。</a:t>
            </a:r>
            <a:endParaRPr lang="zh-CN" altLang="en-US" sz="2000"/>
          </a:p>
          <a:p>
            <a:pPr lvl="1"/>
            <a:r>
              <a:rPr lang="en-US" sz="1800"/>
              <a:t>若 F&lt;a[i]，则 F += 1；若 F=a[i]，则 F 不变；若 F&gt;a[i]，则 F -= −1。</a:t>
            </a:r>
            <a:endParaRPr lang="zh-CN" altLang="en-US" sz="1800"/>
          </a:p>
          <a:p>
            <a:pPr lvl="0"/>
            <a:r>
              <a:rPr lang="zh-CN" altLang="en-US" sz="2000"/>
              <a:t>现在你要支持对这个 a 动态插入一个数，并且求出 a 任意重排 之后进行这样的操作的所得的 F 的最大值。</a:t>
            </a:r>
            <a:endParaRPr lang="zh-CN" altLang="en-US" sz="2000"/>
          </a:p>
          <a:p>
            <a:pPr lvl="0"/>
            <a:endParaRPr lang="zh-CN" altLang="en-US" sz="2000"/>
          </a:p>
          <a:p>
            <a:pPr lvl="0"/>
            <a:r>
              <a:rPr lang="zh-CN" altLang="en-US" sz="2000"/>
              <a:t>根据一些</a:t>
            </a:r>
            <a:r>
              <a:rPr lang="en-US" altLang="zh-CN" sz="2000"/>
              <a:t> exchange argument</a:t>
            </a:r>
            <a:r>
              <a:rPr lang="zh-CN" altLang="en-US" sz="2000"/>
              <a:t>，</a:t>
            </a:r>
            <a:r>
              <a:rPr lang="en-US" altLang="zh-CN" sz="2000"/>
              <a:t>a </a:t>
            </a:r>
            <a:r>
              <a:rPr lang="zh-CN" altLang="en-US" sz="2000"/>
              <a:t>一定不降一定最优。</a:t>
            </a:r>
            <a:r>
              <a:rPr lang="en-US" altLang="zh-CN" sz="2000"/>
              <a:t>F </a:t>
            </a:r>
            <a:r>
              <a:rPr lang="zh-CN" altLang="en-US" sz="2000"/>
              <a:t>的变化一定是单调下降，然后单调</a:t>
            </a:r>
            <a:r>
              <a:rPr lang="zh-CN" altLang="en-US" sz="2000"/>
              <a:t>不降。</a:t>
            </a:r>
            <a:endParaRPr lang="zh-CN" altLang="en-US" sz="2000"/>
          </a:p>
          <a:p>
            <a:pPr lvl="0"/>
            <a:r>
              <a:rPr lang="zh-CN" altLang="en-US" sz="2000"/>
              <a:t>首先找到一个拐点最大的</a:t>
            </a:r>
            <a:r>
              <a:rPr lang="en-US" altLang="zh-CN" sz="2000"/>
              <a:t> x</a:t>
            </a:r>
            <a:r>
              <a:rPr lang="zh-CN" altLang="en-US" sz="2000"/>
              <a:t>，满足</a:t>
            </a:r>
            <a:r>
              <a:rPr lang="en-US" altLang="zh-CN" sz="2000"/>
              <a:t> &lt;=-x </a:t>
            </a:r>
            <a:r>
              <a:rPr lang="zh-CN" altLang="en-US" sz="2000"/>
              <a:t>的至少有</a:t>
            </a:r>
            <a:r>
              <a:rPr lang="en-US" altLang="zh-CN" sz="2000"/>
              <a:t> x </a:t>
            </a:r>
            <a:r>
              <a:rPr lang="zh-CN" altLang="en-US" sz="2000"/>
              <a:t>个，可以用线段树</a:t>
            </a:r>
            <a:r>
              <a:rPr lang="zh-CN" altLang="en-US" sz="2000"/>
              <a:t>二分。</a:t>
            </a:r>
            <a:endParaRPr lang="zh-CN" altLang="en-US" sz="2000"/>
          </a:p>
          <a:p>
            <a:pPr lvl="0"/>
            <a:r>
              <a:rPr lang="zh-CN" altLang="en-US" sz="2000"/>
              <a:t>对于后面的数字，维护</a:t>
            </a:r>
            <a:r>
              <a:rPr lang="en-US" altLang="zh-CN" sz="2000"/>
              <a:t> min(a[i] + </a:t>
            </a:r>
            <a:r>
              <a:rPr lang="en-US" altLang="zh-CN" sz="2000"/>
              <a:t>N - i) </a:t>
            </a:r>
            <a:r>
              <a:rPr lang="zh-CN" altLang="en-US" sz="2000"/>
              <a:t>即可。</a:t>
            </a:r>
            <a:endParaRPr lang="zh-CN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线段树</a:t>
            </a:r>
            <a:r>
              <a:rPr lang="zh-CN" altLang="en-US"/>
              <a:t>优化建图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en-US" altLang="zh-CN" sz="2000"/>
              <a:t>[CF 786B] 有 n 个点，每次给出一些边 u-&gt;v，u-&gt;[l,r]，[l,r]-&gt;v，求出 s 到 t 的最短路。</a:t>
            </a:r>
            <a:endParaRPr lang="en-US" altLang="zh-CN" sz="2000"/>
          </a:p>
          <a:p>
            <a:pPr lvl="1"/>
            <a:r>
              <a:rPr lang="zh-CN" altLang="en-US" sz="1800"/>
              <a:t>直接线段树建图，跑最短路即可。</a:t>
            </a:r>
            <a:endParaRPr lang="en-US" altLang="zh-CN" sz="1800"/>
          </a:p>
          <a:p>
            <a:pPr lvl="0"/>
            <a:r>
              <a:rPr lang="en-US" altLang="zh-CN" sz="2000"/>
              <a:t>[P5025] 在一条直线上有 n 个炸弹，每个炸弹的坐标是 x[i]，爆炸半径是 r[i]。问第 i 个炸弹引爆，将引爆多少个炸弹呢？ </a:t>
            </a:r>
            <a:endParaRPr lang="en-US" altLang="zh-CN" sz="2000"/>
          </a:p>
          <a:p>
            <a:pPr lvl="1"/>
            <a:r>
              <a:rPr lang="zh-CN" altLang="en-US" sz="1800"/>
              <a:t>线段树建图，强连通缩点，注意每个炸弹引爆的范围是区间，求出最左最右的点</a:t>
            </a:r>
            <a:r>
              <a:rPr lang="zh-CN" altLang="en-US" sz="1800"/>
              <a:t>即可。</a:t>
            </a:r>
            <a:endParaRPr lang="zh-CN" altLang="en-US" sz="1800"/>
          </a:p>
          <a:p>
            <a:pPr lvl="0"/>
            <a:r>
              <a:rPr lang="en-US" altLang="zh-CN" sz="2000"/>
              <a:t>[ABC414 G] </a:t>
            </a:r>
            <a:r>
              <a:rPr lang="zh-CN" altLang="en-US" sz="2000"/>
              <a:t>有</a:t>
            </a:r>
            <a:r>
              <a:rPr lang="en-US" altLang="zh-CN" sz="2000"/>
              <a:t> n </a:t>
            </a:r>
            <a:r>
              <a:rPr lang="zh-CN" altLang="en-US" sz="2000"/>
              <a:t>个点，</a:t>
            </a:r>
            <a:r>
              <a:rPr lang="en-US" altLang="zh-CN" sz="2000"/>
              <a:t>m </a:t>
            </a:r>
            <a:r>
              <a:rPr lang="zh-CN" altLang="en-US" sz="2000"/>
              <a:t>班车，每班车可以从</a:t>
            </a:r>
            <a:r>
              <a:rPr lang="en-US" altLang="zh-CN" sz="2000"/>
              <a:t> [l1, r1] </a:t>
            </a:r>
            <a:r>
              <a:rPr lang="zh-CN" altLang="en-US" sz="2000"/>
              <a:t>走到</a:t>
            </a:r>
            <a:r>
              <a:rPr lang="en-US" altLang="zh-CN" sz="2000"/>
              <a:t> [l2, r2]</a:t>
            </a:r>
            <a:r>
              <a:rPr lang="zh-CN" altLang="en-US" sz="2000"/>
              <a:t>，代价为起点终点坐标差加上车费，每班车的区间不相交。问</a:t>
            </a:r>
            <a:r>
              <a:rPr lang="en-US" altLang="zh-CN" sz="2000"/>
              <a:t> 1 </a:t>
            </a:r>
            <a:r>
              <a:rPr lang="zh-CN" altLang="en-US" sz="2000"/>
              <a:t>号点出发的</a:t>
            </a:r>
            <a:r>
              <a:rPr lang="zh-CN" altLang="en-US" sz="2000"/>
              <a:t>最短路。</a:t>
            </a:r>
            <a:endParaRPr lang="zh-CN" altLang="en-US" sz="2000"/>
          </a:p>
          <a:p>
            <a:pPr lvl="1"/>
            <a:r>
              <a:rPr lang="zh-CN" altLang="en-US" sz="1800"/>
              <a:t>基本上还是线段树建图，需要一些手法</a:t>
            </a:r>
            <a:r>
              <a:rPr lang="zh-CN" altLang="en-US" sz="1800"/>
              <a:t>避免负权。</a:t>
            </a:r>
            <a:endParaRPr lang="zh-CN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典题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en-US" altLang="zh-CN" sz="1800"/>
              <a:t>[CF </a:t>
            </a:r>
            <a:r>
              <a:rPr lang="zh-CN" altLang="en-US" sz="1800"/>
              <a:t>765F</a:t>
            </a:r>
            <a:r>
              <a:rPr lang="en-US" altLang="zh-CN" sz="1800"/>
              <a:t>] </a:t>
            </a:r>
            <a:r>
              <a:rPr lang="zh-CN" altLang="en-US" sz="1800"/>
              <a:t>求区间内差最小的</a:t>
            </a:r>
            <a:r>
              <a:rPr lang="zh-CN" altLang="en-US" sz="1800"/>
              <a:t>数对。</a:t>
            </a:r>
            <a:endParaRPr lang="zh-CN" altLang="en-US" sz="1800"/>
          </a:p>
          <a:p>
            <a:pPr lvl="1"/>
            <a:r>
              <a:rPr lang="zh-CN" altLang="en-US" sz="1620"/>
              <a:t>需要找</a:t>
            </a:r>
            <a:r>
              <a:rPr lang="zh-CN" altLang="en-US" sz="1620"/>
              <a:t>所有的支配对。</a:t>
            </a:r>
            <a:endParaRPr lang="zh-CN" altLang="en-US" sz="162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典题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lvl="0"/>
            <a:r>
              <a:rPr lang="en-US" altLang="zh-CN" sz="1800"/>
              <a:t>[CF 526F] </a:t>
            </a:r>
            <a:r>
              <a:rPr lang="zh-CN" altLang="en-US" sz="1800"/>
              <a:t>给一个排列，求多少个区间，区间内数字排列之后是一个</a:t>
            </a:r>
            <a:r>
              <a:rPr lang="zh-CN" altLang="en-US" sz="1800"/>
              <a:t>连续段。</a:t>
            </a:r>
            <a:endParaRPr lang="zh-CN" altLang="en-US" sz="1800"/>
          </a:p>
          <a:p>
            <a:pPr lvl="1"/>
            <a:r>
              <a:rPr lang="zh-CN" altLang="en-US" sz="1620"/>
              <a:t>做法</a:t>
            </a:r>
            <a:r>
              <a:rPr lang="en-US" altLang="zh-CN" sz="1620"/>
              <a:t> 1</a:t>
            </a:r>
            <a:r>
              <a:rPr lang="zh-CN" altLang="en-US" sz="1620"/>
              <a:t>：维护</a:t>
            </a:r>
            <a:r>
              <a:rPr lang="en-US" altLang="zh-CN" sz="1620"/>
              <a:t> max - min + 1 - len</a:t>
            </a:r>
            <a:endParaRPr lang="en-US" altLang="zh-CN" sz="1620"/>
          </a:p>
          <a:p>
            <a:pPr lvl="1"/>
            <a:r>
              <a:rPr lang="zh-CN" altLang="en-US" sz="1620"/>
              <a:t>做法</a:t>
            </a:r>
            <a:r>
              <a:rPr lang="en-US" altLang="zh-CN" sz="1620"/>
              <a:t> 2</a:t>
            </a:r>
            <a:r>
              <a:rPr lang="zh-CN" altLang="en-US" sz="1620"/>
              <a:t>：维护区间内数字</a:t>
            </a:r>
            <a:r>
              <a:rPr lang="en-US" altLang="zh-CN" sz="1620"/>
              <a:t> - </a:t>
            </a:r>
            <a:r>
              <a:rPr lang="zh-CN" altLang="en-US" sz="1620"/>
              <a:t>相邻数字对数。</a:t>
            </a:r>
            <a:endParaRPr lang="en-US" altLang="zh-CN" sz="16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6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8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3078</Words>
  <Application>WPS 演示</Application>
  <PresentationFormat>自定义</PresentationFormat>
  <Paragraphs>147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18</vt:i4>
      </vt:variant>
    </vt:vector>
  </HeadingPairs>
  <TitlesOfParts>
    <vt:vector size="48" baseType="lpstr">
      <vt:lpstr>Arial</vt:lpstr>
      <vt:lpstr>宋体</vt:lpstr>
      <vt:lpstr>Wingdings</vt:lpstr>
      <vt:lpstr>等线</vt:lpstr>
      <vt:lpstr>汉仪中等线KW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主题​​</vt:lpstr>
      <vt:lpstr>1_Office 主题​​</vt:lpstr>
      <vt:lpstr>7_Office 主题​​</vt:lpstr>
      <vt:lpstr>2_Office 主题​​</vt:lpstr>
      <vt:lpstr>3_Office 主题​​</vt:lpstr>
      <vt:lpstr>4_Office 主题​​</vt:lpstr>
      <vt:lpstr>5_Office 主题​​</vt:lpstr>
      <vt:lpstr>6_Office 主题​​</vt:lpstr>
      <vt:lpstr>9_Office 主题​​</vt:lpstr>
      <vt:lpstr>10_Office 主题​​</vt:lpstr>
      <vt:lpstr>11_Office 主题​​</vt:lpstr>
      <vt:lpstr>12_Office 主题​​</vt:lpstr>
      <vt:lpstr>13_Office 主题​​</vt:lpstr>
      <vt:lpstr>14_Office 主题​​</vt:lpstr>
      <vt:lpstr>15_Office 主题​​</vt:lpstr>
      <vt:lpstr>16_Office 主题​​</vt:lpstr>
      <vt:lpstr>8_Office 主题​​</vt:lpstr>
      <vt:lpstr>17_Office 主题​​</vt:lpstr>
      <vt:lpstr>线段树应用</vt:lpstr>
      <vt:lpstr>复杂信息的合并</vt:lpstr>
      <vt:lpstr>复杂信息的合并</vt:lpstr>
      <vt:lpstr>复杂信息的合并</vt:lpstr>
      <vt:lpstr>复杂信息的合并</vt:lpstr>
      <vt:lpstr>打标记</vt:lpstr>
      <vt:lpstr>打标记</vt:lpstr>
      <vt:lpstr>扫描线</vt:lpstr>
      <vt:lpstr>扫描线</vt:lpstr>
      <vt:lpstr>扫描线</vt:lpstr>
      <vt:lpstr>线段树二分</vt:lpstr>
      <vt:lpstr>线段树二分</vt:lpstr>
      <vt:lpstr>线段树二分</vt:lpstr>
      <vt:lpstr>线段树二分</vt:lpstr>
      <vt:lpstr>线段树优化建图</vt:lpstr>
      <vt:lpstr>线段树优化建图</vt:lpstr>
      <vt:lpstr>典题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az9532</dc:creator>
  <cp:lastModifiedBy>apiadu</cp:lastModifiedBy>
  <cp:revision>446</cp:revision>
  <dcterms:created xsi:type="dcterms:W3CDTF">2025-07-27T15:13:51Z</dcterms:created>
  <dcterms:modified xsi:type="dcterms:W3CDTF">2025-07-27T15:13:51Z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2052-6.0.2.8225</vt:lpwstr>
  </property>
  <property fmtid="{D5CDD505-2E9C-101B-9397-08002B2CF9AE}" pid="3" name="ICV">
    <vt:lpwstr>DC47C84780484D00A6182534EB9AFDA8</vt:lpwstr>
  </property>
</Properties>
</file>