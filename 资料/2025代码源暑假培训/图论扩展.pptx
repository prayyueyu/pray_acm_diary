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5" r:id="rId3"/>
    <p:sldId id="307" r:id="rId4"/>
    <p:sldId id="303" r:id="rId5"/>
    <p:sldId id="306" r:id="rId6"/>
    <p:sldId id="304" r:id="rId7"/>
    <p:sldId id="308" r:id="rId8"/>
    <p:sldId id="309" r:id="rId9"/>
    <p:sldId id="310" r:id="rId10"/>
    <p:sldId id="311" r:id="rId11"/>
    <p:sldId id="313" r:id="rId12"/>
    <p:sldId id="312" r:id="rId13"/>
    <p:sldId id="314" r:id="rId14"/>
    <p:sldId id="26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642A8-4073-4AC8-B091-D71979459D4E}" v="1763" dt="2025-07-28T17:29:12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蒋凌宇_信科学院" userId="14f5e320-bdab-453c-a01f-8b5016c2029a" providerId="ADAL" clId="{E16642A8-4073-4AC8-B091-D71979459D4E}"/>
    <pc:docChg chg="undo custSel addSld delSld modSld sldOrd">
      <pc:chgData name="蒋凌宇_信科学院" userId="14f5e320-bdab-453c-a01f-8b5016c2029a" providerId="ADAL" clId="{E16642A8-4073-4AC8-B091-D71979459D4E}" dt="2025-07-28T17:29:21.555" v="3754"/>
      <pc:docMkLst>
        <pc:docMk/>
      </pc:docMkLst>
      <pc:sldChg chg="modSp mod ord">
        <pc:chgData name="蒋凌宇_信科学院" userId="14f5e320-bdab-453c-a01f-8b5016c2029a" providerId="ADAL" clId="{E16642A8-4073-4AC8-B091-D71979459D4E}" dt="2025-07-28T15:41:38.955" v="1318"/>
        <pc:sldMkLst>
          <pc:docMk/>
          <pc:sldMk cId="1999561870" sldId="303"/>
        </pc:sldMkLst>
        <pc:spChg chg="mod">
          <ac:chgData name="蒋凌宇_信科学院" userId="14f5e320-bdab-453c-a01f-8b5016c2029a" providerId="ADAL" clId="{E16642A8-4073-4AC8-B091-D71979459D4E}" dt="2025-07-28T15:20:50.027" v="283" actId="20577"/>
          <ac:spMkLst>
            <pc:docMk/>
            <pc:sldMk cId="1999561870" sldId="303"/>
            <ac:spMk id="107521" creationId="{1D559EE4-369C-8572-E9B8-67FB5CA98323}"/>
          </ac:spMkLst>
        </pc:spChg>
        <pc:spChg chg="mod">
          <ac:chgData name="蒋凌宇_信科学院" userId="14f5e320-bdab-453c-a01f-8b5016c2029a" providerId="ADAL" clId="{E16642A8-4073-4AC8-B091-D71979459D4E}" dt="2025-07-28T15:22:13.329" v="528" actId="20577"/>
          <ac:spMkLst>
            <pc:docMk/>
            <pc:sldMk cId="1999561870" sldId="303"/>
            <ac:spMk id="107522" creationId="{8D169820-9D4B-7D87-06B1-32DFF051113D}"/>
          </ac:spMkLst>
        </pc:spChg>
      </pc:sldChg>
      <pc:sldChg chg="modSp add mod ord">
        <pc:chgData name="蒋凌宇_信科学院" userId="14f5e320-bdab-453c-a01f-8b5016c2029a" providerId="ADAL" clId="{E16642A8-4073-4AC8-B091-D71979459D4E}" dt="2025-07-28T15:41:35.430" v="1316"/>
        <pc:sldMkLst>
          <pc:docMk/>
          <pc:sldMk cId="1686792016" sldId="304"/>
        </pc:sldMkLst>
        <pc:spChg chg="mod">
          <ac:chgData name="蒋凌宇_信科学院" userId="14f5e320-bdab-453c-a01f-8b5016c2029a" providerId="ADAL" clId="{E16642A8-4073-4AC8-B091-D71979459D4E}" dt="2025-07-28T15:20:45.514" v="282" actId="20577"/>
          <ac:spMkLst>
            <pc:docMk/>
            <pc:sldMk cId="1686792016" sldId="304"/>
            <ac:spMk id="107521" creationId="{5369853F-E254-AA2C-9D2A-F555FAD1E916}"/>
          </ac:spMkLst>
        </pc:spChg>
      </pc:sldChg>
      <pc:sldChg chg="modSp add mod">
        <pc:chgData name="蒋凌宇_信科学院" userId="14f5e320-bdab-453c-a01f-8b5016c2029a" providerId="ADAL" clId="{E16642A8-4073-4AC8-B091-D71979459D4E}" dt="2025-07-28T15:46:00.165" v="1888" actId="27636"/>
        <pc:sldMkLst>
          <pc:docMk/>
          <pc:sldMk cId="4263307979" sldId="305"/>
        </pc:sldMkLst>
        <pc:spChg chg="mod">
          <ac:chgData name="蒋凌宇_信科学院" userId="14f5e320-bdab-453c-a01f-8b5016c2029a" providerId="ADAL" clId="{E16642A8-4073-4AC8-B091-D71979459D4E}" dt="2025-07-28T15:46:00.165" v="1888" actId="27636"/>
          <ac:spMkLst>
            <pc:docMk/>
            <pc:sldMk cId="4263307979" sldId="305"/>
            <ac:spMk id="107522" creationId="{F34EE9BA-D9E7-4F21-AA5A-2BCCED8D5917}"/>
          </ac:spMkLst>
        </pc:spChg>
      </pc:sldChg>
      <pc:sldChg chg="modSp add mod ord">
        <pc:chgData name="蒋凌宇_信科学院" userId="14f5e320-bdab-453c-a01f-8b5016c2029a" providerId="ADAL" clId="{E16642A8-4073-4AC8-B091-D71979459D4E}" dt="2025-07-28T15:41:42.902" v="1320"/>
        <pc:sldMkLst>
          <pc:docMk/>
          <pc:sldMk cId="2860731061" sldId="306"/>
        </pc:sldMkLst>
        <pc:spChg chg="mod">
          <ac:chgData name="蒋凌宇_信科学院" userId="14f5e320-bdab-453c-a01f-8b5016c2029a" providerId="ADAL" clId="{E16642A8-4073-4AC8-B091-D71979459D4E}" dt="2025-07-28T15:37:51.691" v="1158" actId="20577"/>
          <ac:spMkLst>
            <pc:docMk/>
            <pc:sldMk cId="2860731061" sldId="306"/>
            <ac:spMk id="107522" creationId="{3E0492B8-96C2-37CD-E3DC-B5C18BA57B35}"/>
          </ac:spMkLst>
        </pc:spChg>
      </pc:sldChg>
      <pc:sldChg chg="modSp add mod ord">
        <pc:chgData name="蒋凌宇_信科学院" userId="14f5e320-bdab-453c-a01f-8b5016c2029a" providerId="ADAL" clId="{E16642A8-4073-4AC8-B091-D71979459D4E}" dt="2025-07-28T15:42:09.366" v="1323"/>
        <pc:sldMkLst>
          <pc:docMk/>
          <pc:sldMk cId="2107027833" sldId="307"/>
        </pc:sldMkLst>
        <pc:spChg chg="mod">
          <ac:chgData name="蒋凌宇_信科学院" userId="14f5e320-bdab-453c-a01f-8b5016c2029a" providerId="ADAL" clId="{E16642A8-4073-4AC8-B091-D71979459D4E}" dt="2025-07-28T15:42:09.366" v="1323"/>
          <ac:spMkLst>
            <pc:docMk/>
            <pc:sldMk cId="2107027833" sldId="307"/>
            <ac:spMk id="107522" creationId="{67124A66-8776-CA36-F525-F5BD8EA5CE72}"/>
          </ac:spMkLst>
        </pc:spChg>
      </pc:sldChg>
      <pc:sldChg chg="modSp new del">
        <pc:chgData name="蒋凌宇_信科学院" userId="14f5e320-bdab-453c-a01f-8b5016c2029a" providerId="ADAL" clId="{E16642A8-4073-4AC8-B091-D71979459D4E}" dt="2025-07-28T16:09:27.017" v="1891" actId="47"/>
        <pc:sldMkLst>
          <pc:docMk/>
          <pc:sldMk cId="375136126" sldId="308"/>
        </pc:sldMkLst>
        <pc:spChg chg="mod">
          <ac:chgData name="蒋凌宇_信科学院" userId="14f5e320-bdab-453c-a01f-8b5016c2029a" providerId="ADAL" clId="{E16642A8-4073-4AC8-B091-D71979459D4E}" dt="2025-07-28T16:09:23.248" v="1890"/>
          <ac:spMkLst>
            <pc:docMk/>
            <pc:sldMk cId="375136126" sldId="308"/>
            <ac:spMk id="3" creationId="{E1A470BE-018F-0F35-DFEC-0A9F7CE50A5F}"/>
          </ac:spMkLst>
        </pc:spChg>
      </pc:sldChg>
      <pc:sldChg chg="modSp add mod">
        <pc:chgData name="蒋凌宇_信科学院" userId="14f5e320-bdab-453c-a01f-8b5016c2029a" providerId="ADAL" clId="{E16642A8-4073-4AC8-B091-D71979459D4E}" dt="2025-07-28T16:10:53.703" v="2133" actId="20577"/>
        <pc:sldMkLst>
          <pc:docMk/>
          <pc:sldMk cId="3324727165" sldId="308"/>
        </pc:sldMkLst>
        <pc:spChg chg="mod">
          <ac:chgData name="蒋凌宇_信科学院" userId="14f5e320-bdab-453c-a01f-8b5016c2029a" providerId="ADAL" clId="{E16642A8-4073-4AC8-B091-D71979459D4E}" dt="2025-07-28T16:09:36.371" v="1895" actId="20577"/>
          <ac:spMkLst>
            <pc:docMk/>
            <pc:sldMk cId="3324727165" sldId="308"/>
            <ac:spMk id="107521" creationId="{6F1FA909-9EC9-E599-8BF4-6E6E48EED10B}"/>
          </ac:spMkLst>
        </pc:spChg>
        <pc:spChg chg="mod">
          <ac:chgData name="蒋凌宇_信科学院" userId="14f5e320-bdab-453c-a01f-8b5016c2029a" providerId="ADAL" clId="{E16642A8-4073-4AC8-B091-D71979459D4E}" dt="2025-07-28T16:10:53.703" v="2133" actId="20577"/>
          <ac:spMkLst>
            <pc:docMk/>
            <pc:sldMk cId="3324727165" sldId="308"/>
            <ac:spMk id="107522" creationId="{B1EF5D10-A4F3-B1AE-87A8-D45E2039E25A}"/>
          </ac:spMkLst>
        </pc:spChg>
      </pc:sldChg>
      <pc:sldChg chg="modSp add mod">
        <pc:chgData name="蒋凌宇_信科学院" userId="14f5e320-bdab-453c-a01f-8b5016c2029a" providerId="ADAL" clId="{E16642A8-4073-4AC8-B091-D71979459D4E}" dt="2025-07-28T16:16:39.110" v="2592" actId="20577"/>
        <pc:sldMkLst>
          <pc:docMk/>
          <pc:sldMk cId="1771450241" sldId="309"/>
        </pc:sldMkLst>
        <pc:spChg chg="mod">
          <ac:chgData name="蒋凌宇_信科学院" userId="14f5e320-bdab-453c-a01f-8b5016c2029a" providerId="ADAL" clId="{E16642A8-4073-4AC8-B091-D71979459D4E}" dt="2025-07-28T16:16:39.110" v="2592" actId="20577"/>
          <ac:spMkLst>
            <pc:docMk/>
            <pc:sldMk cId="1771450241" sldId="309"/>
            <ac:spMk id="107522" creationId="{D1E0750B-4EFA-1239-56CF-2A09402D01EC}"/>
          </ac:spMkLst>
        </pc:spChg>
      </pc:sldChg>
      <pc:sldChg chg="modSp add mod">
        <pc:chgData name="蒋凌宇_信科学院" userId="14f5e320-bdab-453c-a01f-8b5016c2029a" providerId="ADAL" clId="{E16642A8-4073-4AC8-B091-D71979459D4E}" dt="2025-07-28T16:27:57.048" v="2771" actId="20577"/>
        <pc:sldMkLst>
          <pc:docMk/>
          <pc:sldMk cId="3552494986" sldId="310"/>
        </pc:sldMkLst>
        <pc:spChg chg="mod">
          <ac:chgData name="蒋凌宇_信科学院" userId="14f5e320-bdab-453c-a01f-8b5016c2029a" providerId="ADAL" clId="{E16642A8-4073-4AC8-B091-D71979459D4E}" dt="2025-07-28T16:27:57.048" v="2771" actId="20577"/>
          <ac:spMkLst>
            <pc:docMk/>
            <pc:sldMk cId="3552494986" sldId="310"/>
            <ac:spMk id="107522" creationId="{C5D7CEE1-74DA-2B23-2705-B7EF8DC3B611}"/>
          </ac:spMkLst>
        </pc:spChg>
      </pc:sldChg>
      <pc:sldChg chg="modSp add mod">
        <pc:chgData name="蒋凌宇_信科学院" userId="14f5e320-bdab-453c-a01f-8b5016c2029a" providerId="ADAL" clId="{E16642A8-4073-4AC8-B091-D71979459D4E}" dt="2025-07-28T16:35:57.152" v="3103" actId="20577"/>
        <pc:sldMkLst>
          <pc:docMk/>
          <pc:sldMk cId="3825914592" sldId="311"/>
        </pc:sldMkLst>
        <pc:spChg chg="mod">
          <ac:chgData name="蒋凌宇_信科学院" userId="14f5e320-bdab-453c-a01f-8b5016c2029a" providerId="ADAL" clId="{E16642A8-4073-4AC8-B091-D71979459D4E}" dt="2025-07-28T16:35:57.152" v="3103" actId="20577"/>
          <ac:spMkLst>
            <pc:docMk/>
            <pc:sldMk cId="3825914592" sldId="311"/>
            <ac:spMk id="107522" creationId="{77AC43FA-B6A8-2BCC-5621-3DEBEB27F36C}"/>
          </ac:spMkLst>
        </pc:spChg>
      </pc:sldChg>
      <pc:sldChg chg="modSp add mod">
        <pc:chgData name="蒋凌宇_信科学院" userId="14f5e320-bdab-453c-a01f-8b5016c2029a" providerId="ADAL" clId="{E16642A8-4073-4AC8-B091-D71979459D4E}" dt="2025-07-28T17:21:53.195" v="3301" actId="20577"/>
        <pc:sldMkLst>
          <pc:docMk/>
          <pc:sldMk cId="846599804" sldId="312"/>
        </pc:sldMkLst>
        <pc:spChg chg="mod">
          <ac:chgData name="蒋凌宇_信科学院" userId="14f5e320-bdab-453c-a01f-8b5016c2029a" providerId="ADAL" clId="{E16642A8-4073-4AC8-B091-D71979459D4E}" dt="2025-07-28T17:21:53.195" v="3301" actId="20577"/>
          <ac:spMkLst>
            <pc:docMk/>
            <pc:sldMk cId="846599804" sldId="312"/>
            <ac:spMk id="107522" creationId="{A8F1F9A5-39DE-CE09-095F-2A050FAE06DC}"/>
          </ac:spMkLst>
        </pc:spChg>
      </pc:sldChg>
      <pc:sldChg chg="modSp add mod ord">
        <pc:chgData name="蒋凌宇_信科学院" userId="14f5e320-bdab-453c-a01f-8b5016c2029a" providerId="ADAL" clId="{E16642A8-4073-4AC8-B091-D71979459D4E}" dt="2025-07-28T17:29:21.555" v="3754"/>
        <pc:sldMkLst>
          <pc:docMk/>
          <pc:sldMk cId="481787240" sldId="313"/>
        </pc:sldMkLst>
        <pc:spChg chg="mod">
          <ac:chgData name="蒋凌宇_信科学院" userId="14f5e320-bdab-453c-a01f-8b5016c2029a" providerId="ADAL" clId="{E16642A8-4073-4AC8-B091-D71979459D4E}" dt="2025-07-28T17:25:24.825" v="3514" actId="20577"/>
          <ac:spMkLst>
            <pc:docMk/>
            <pc:sldMk cId="481787240" sldId="313"/>
            <ac:spMk id="107522" creationId="{70E87186-AC5A-6FCE-EB23-0DD8D69E844B}"/>
          </ac:spMkLst>
        </pc:spChg>
      </pc:sldChg>
      <pc:sldChg chg="modSp add mod">
        <pc:chgData name="蒋凌宇_信科学院" userId="14f5e320-bdab-453c-a01f-8b5016c2029a" providerId="ADAL" clId="{E16642A8-4073-4AC8-B091-D71979459D4E}" dt="2025-07-28T17:29:12.540" v="3752" actId="20577"/>
        <pc:sldMkLst>
          <pc:docMk/>
          <pc:sldMk cId="35190710" sldId="314"/>
        </pc:sldMkLst>
        <pc:spChg chg="mod">
          <ac:chgData name="蒋凌宇_信科学院" userId="14f5e320-bdab-453c-a01f-8b5016c2029a" providerId="ADAL" clId="{E16642A8-4073-4AC8-B091-D71979459D4E}" dt="2025-07-28T17:29:12.540" v="3752" actId="20577"/>
          <ac:spMkLst>
            <pc:docMk/>
            <pc:sldMk cId="35190710" sldId="314"/>
            <ac:spMk id="107522" creationId="{CC435D4E-5FD4-B5A9-D4E6-47DA7C67C9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682F42-3AE6-34FA-FCF4-D6EA6AF27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3593C3-F099-65B4-DAC9-06772E7B1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3BAA5D-D083-2C10-F612-D84751787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F1CB2-B943-9C51-16A2-37EF8F208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3E75B-7FEE-3756-4070-15196C48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146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96C48-F264-C4B6-8F96-4301A2873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8A6B72-CFBE-54E4-C8B1-67D9EF74A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646D0C-346D-D1B8-5B11-8921E1C1B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E0C10B-675B-FA60-3D46-9D466A7F7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89196F-29CB-192D-CCFE-4F29276D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050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9F376-1FC4-D285-CF36-0495FEAC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1E06CA-6D0B-DB90-4C8E-3D572EE33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ED46A-4BAA-D639-479C-182AB00BB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AB013-C332-C06B-F763-2FAA023B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DAB5D6-3E7F-C98D-F9FF-4A853D56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63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25926-883B-7546-908F-095AAB179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9C84B9-C80A-0E8F-E7B5-DAC61CF6B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840CE5-001B-3AF3-E64A-9D51DE15B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485012-7AF7-6A92-B7C4-A710157D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0D9532-358E-26FC-9D8F-C12B1B8E8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83DDBF-0A96-766F-E8CE-D4AAC710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35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E8434-A7B8-E73C-471D-C9A2F546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A9532B-D7BD-E3DB-3D27-2E484EEAE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F383E3-F2EC-E2AC-2653-BDE7F3AB5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D12835-65C8-8998-0801-341842E88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B1F51D-A37B-B574-1CD4-6E755CB05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3AB4E2-59C6-607A-FDFE-C5C73C14E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6E1C6CF-B5DB-0D2A-126A-F1965418E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27AA69-D5E4-B60B-5765-269D2352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45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FB66B4-2DA7-E96B-8CC9-DD0BF9AF7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06A59C-278E-FB9F-CA0E-DD8FBCB9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556735-28EE-21CD-E05E-49A0AFD1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8E9734-2118-4481-2E4C-051918D8E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743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0526B1-16CC-5F5E-0FF4-52F5327CB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9B4D18-6D3D-7DB0-F924-63319ECA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3D652F-9135-C5EA-C386-006DA2D43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8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9D754-CB28-EA48-597C-CF9BACC18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7261CD-F3F4-38CF-64BC-EE9CCC3FB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0E31ED-B10C-0EEF-6C78-C30CFA40F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06A842-842E-0B1A-CCF8-CC871046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BDE8B9-504E-98A2-AFF9-BFE80A839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0A80CC-9919-30AF-8CAE-9A98EC11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222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30BFD-8824-C43B-B1BB-CF67429A4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6F268B-0F9B-40CD-CC14-371EDEFA0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45AE18-16B8-F1FD-090C-A6C4DE9CB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715F04-3EBC-C9A2-BC78-0E2ECDC2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A2C7A7-BDF4-AFA5-D7AC-12EAF627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977594-0D89-F46D-35E4-82536FA5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16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CD301-336B-DE36-D877-195650705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8ADCF6-D312-1F29-BB94-FBCA06B15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83F0BB-F917-063E-DBDC-1F0A7F337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F8F9B3-31E3-C375-C82C-B5A7F266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894CF3-AC94-8623-4810-60E9EDF70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914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2BCB60-76A1-68C7-8C67-033472840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AD6326-03C9-5CFC-EC66-2537EDA7B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1A7D09-0FB1-F6AD-AFBE-F3544128D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48D350-D1E6-DD1B-43BC-F24EABFD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E76A50-C6B8-356A-C273-278648CD9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205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8197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/>
              <a:t>单击此处编辑母版标题样式</a:t>
            </a:r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/>
              <a:t>单击此处编辑母版文本样式</a:t>
            </a:r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6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2765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17411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2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3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4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5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6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7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8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9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0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1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2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3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4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5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6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7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8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9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0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1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2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3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4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5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6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7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8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9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0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1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2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3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4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5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6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7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8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9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0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1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2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3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4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5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6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7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8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9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0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1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2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3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4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8452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861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/>
              <a:t>单击此处编辑母版标题样式</a:t>
            </a:r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/>
              <a:t>单击此处编辑母版文本样式</a:t>
            </a:r>
          </a:p>
          <a:p>
            <a:pPr lvl="1" fontAlgn="auto"/>
            <a:r>
              <a:rPr kumimoji="1" lang="zh-CN" altLang="en-US" strike="noStrike" noProof="1"/>
              <a:t>二级</a:t>
            </a:r>
          </a:p>
          <a:p>
            <a:pPr lvl="2" fontAlgn="auto"/>
            <a:r>
              <a:rPr kumimoji="1" lang="zh-CN" altLang="en-US" strike="noStrike" noProof="1"/>
              <a:t>三级</a:t>
            </a:r>
          </a:p>
          <a:p>
            <a:pPr lvl="3" fontAlgn="auto"/>
            <a:r>
              <a:rPr kumimoji="1" lang="zh-CN" altLang="en-US" strike="noStrike" noProof="1"/>
              <a:t>四级</a:t>
            </a:r>
          </a:p>
          <a:p>
            <a:pPr lvl="4" fontAlgn="auto"/>
            <a:r>
              <a:rPr kumimoji="1" lang="zh-CN" altLang="en-US" strike="noStrike" noProof="1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25432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BFD195-2907-5E72-46F9-CB1C53D9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E297D4-5960-82EC-3570-717DBD66B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AA49C2-616E-FCA7-FCDF-28D4E9827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1A815-127A-4AFC-90CB-4B5C387AE32A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A49290-2C89-C508-18DE-10E0759C5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4CCDD2-ACA4-377B-F670-163069D0E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5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标题 1"/>
          <p:cNvSpPr>
            <a:spLocks noGrp="1"/>
          </p:cNvSpPr>
          <p:nvPr>
            <p:ph type="title"/>
          </p:nvPr>
        </p:nvSpPr>
        <p:spPr>
          <a:xfrm>
            <a:off x="2052638" y="2012950"/>
            <a:ext cx="8086725" cy="985838"/>
          </a:xfrm>
          <a:noFill/>
          <a:ln>
            <a:noFill/>
          </a:ln>
        </p:spPr>
        <p:txBody>
          <a:bodyPr anchor="ctr"/>
          <a:lstStyle/>
          <a:p>
            <a:pPr defTabSz="914400">
              <a:buNone/>
            </a:pPr>
            <a:r>
              <a:rPr lang="zh-CN" altLang="en-US" kern="1200" dirty="0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图论扩展</a:t>
            </a:r>
          </a:p>
        </p:txBody>
      </p:sp>
      <p:sp>
        <p:nvSpPr>
          <p:cNvPr id="87042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3386138" y="4899025"/>
            <a:ext cx="5419725" cy="327025"/>
          </a:xfrm>
          <a:noFill/>
          <a:ln>
            <a:noFill/>
          </a:ln>
        </p:spPr>
        <p:txBody>
          <a:bodyPr anchor="t">
            <a:normAutofit fontScale="92500" lnSpcReduction="10000"/>
          </a:bodyPr>
          <a:lstStyle/>
          <a:p>
            <a:pPr defTabSz="914400"/>
            <a:r>
              <a:rPr lang="en-US" altLang="zh-CN" kern="1200" dirty="0">
                <a:latin typeface="微软雅黑" pitchFamily="34" charset="-122"/>
                <a:ea typeface="微软雅黑" pitchFamily="34" charset="-122"/>
                <a:cs typeface="+mn-cs"/>
              </a:rPr>
              <a:t>2025.07.29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A937A-0BF3-1CA4-F3A0-F6E0611E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124165D3-9279-084F-B683-53A362E8F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最短路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F34EE9BA-D9E7-4F21-AA5A-2BCCED8D591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>
                <a:normAutofit fontScale="92500"/>
              </a:bodyPr>
              <a:lstStyle/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ABC413F No Passage</a:t>
                </a:r>
              </a:p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𝐻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×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𝑊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网格图，有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𝐾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个终点。从一个格子开始，</a:t>
                </a:r>
                <a:r>
                  <a:rPr lang="zh-CN" altLang="en-US" sz="2800" dirty="0"/>
                  <a:t>每轮 </a:t>
                </a:r>
                <a:r>
                  <a:rPr lang="en-US" altLang="zh-CN" sz="2800" dirty="0"/>
                  <a:t>A </a:t>
                </a:r>
                <a:r>
                  <a:rPr lang="zh-CN" altLang="en-US" sz="2800" dirty="0"/>
                  <a:t>先说上下左右的一个方向，然后 </a:t>
                </a:r>
                <a:r>
                  <a:rPr lang="en-US" altLang="zh-CN" sz="2800" dirty="0"/>
                  <a:t>B </a:t>
                </a:r>
                <a:r>
                  <a:rPr lang="zh-CN" altLang="en-US" sz="2800" dirty="0"/>
                  <a:t>朝除这个方向以外的一个方向走一步。直到 </a:t>
                </a:r>
                <a:r>
                  <a:rPr lang="en-US" altLang="zh-CN" sz="2800" dirty="0"/>
                  <a:t>B </a:t>
                </a:r>
                <a:r>
                  <a:rPr lang="zh-CN" altLang="en-US" sz="2800" dirty="0"/>
                  <a:t>到终点。</a:t>
                </a:r>
                <a:endParaRPr lang="en-US" altLang="zh-CN" sz="2800" dirty="0"/>
              </a:p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A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想让步数尽可能多，</a:t>
                </a:r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B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想让步数尽可能少。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求所有格子作为起点的步数之和（如果 </a:t>
                </a:r>
                <a:r>
                  <a:rPr lang="en-US" altLang="zh-CN" sz="2800" dirty="0"/>
                  <a:t>A </a:t>
                </a:r>
                <a:r>
                  <a:rPr lang="zh-CN" altLang="en-US" sz="2800" dirty="0"/>
                  <a:t>能让 </a:t>
                </a:r>
                <a:r>
                  <a:rPr lang="en-US" altLang="zh-CN" sz="2800" dirty="0"/>
                  <a:t>B </a:t>
                </a:r>
                <a:r>
                  <a:rPr lang="zh-CN" altLang="en-US" sz="2800" dirty="0"/>
                  <a:t>不能到达则视为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）。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mc:Choice>
        <mc:Fallback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F34EE9BA-D9E7-4F21-AA5A-2BCCED8D59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166" t="-9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330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3AEA7-6480-42E1-E6BC-E5AC6675B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4C36623D-D182-4651-7000-929BEA31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最短路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67124A66-8776-CA36-F525-F5BD8EA5CE72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ABC414F Jump Traveling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给一棵树，从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开始，每次走到一个距离恰好为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𝐾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的点，求到每个点至少走几步。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𝐾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≤20</m:t>
                    </m:r>
                  </m:oMath>
                </a14:m>
                <a:endParaRPr lang="zh-CN" altLang="en-US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mc:Choice>
        <mc:Fallback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67124A66-8776-CA36-F525-F5BD8EA5C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7027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ED81D-876B-47A4-47F9-BF9CAF24D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1D559EE4-369C-8572-E9B8-67FB5CA9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最短路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8D169820-9D4B-7D87-06B1-32DFF051113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>
                <a:normAutofit/>
              </a:bodyPr>
              <a:lstStyle/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CF2068E Porto Vs. Benfica</a:t>
                </a:r>
              </a:p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给一张无向图，</a:t>
                </a:r>
                <a:r>
                  <a:rPr lang="en-US" altLang="zh-CN" sz="2800" dirty="0"/>
                  <a:t>A </a:t>
                </a:r>
                <a:r>
                  <a:rPr lang="zh-CN" altLang="en-US" sz="2800" dirty="0"/>
                  <a:t>要从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走到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𝑛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，</a:t>
                </a:r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B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可以在 </a:t>
                </a:r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A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在任意点时删除一条边，</a:t>
                </a:r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A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可以看到 </a:t>
                </a:r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B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删除的边。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求最优策略下 </a:t>
                </a:r>
                <a:r>
                  <a:rPr lang="en-US" altLang="zh-CN" sz="2800" dirty="0"/>
                  <a:t>A </a:t>
                </a:r>
                <a:r>
                  <a:rPr lang="zh-CN" altLang="en-US" sz="2800" dirty="0"/>
                  <a:t>从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𝑛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至少走几步。</a:t>
                </a:r>
              </a:p>
            </p:txBody>
          </p:sp>
        </mc:Choice>
        <mc:Fallback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8D169820-9D4B-7D87-06B1-32DFF0511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07" r="-42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561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A7F6-3A9F-5EEC-814A-DD0722D7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F319C206-359D-E215-7442-2A03C602E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最短路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3E0492B8-96C2-37CD-E3DC-B5C18BA57B35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CF2052I </a:t>
                </a:r>
                <a:r>
                  <a:rPr lang="en-US" altLang="zh-CN" sz="2800" dirty="0"/>
                  <a:t>Incompetent Delivery Guy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给一张有向图，一个人要从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走到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𝑛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。你可以在除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𝑛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以外的每个点安装一个路标指向一条出边，但这个人有最多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𝑑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次会不按照路标随机走一条出边。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求最大的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使得能保证走到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𝑛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。</a:t>
                </a:r>
              </a:p>
            </p:txBody>
          </p:sp>
        </mc:Choice>
        <mc:Fallback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3E0492B8-96C2-37CD-E3DC-B5C18BA57B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731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F579-F2C0-5348-34AF-CDC0C9800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5369853F-E254-AA2C-9D2A-F555FAD1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最短路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861C8ACC-CAC7-5463-EE59-059486E2BBD6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/>
              <a:lstStyle/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CF2128F Strict Triangle</a:t>
                </a:r>
              </a:p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给一张无向图，给每条边权赋一个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中的（实数）边权，能否使得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1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𝑛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的最短路不经过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𝑘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。</a:t>
                </a:r>
              </a:p>
            </p:txBody>
          </p:sp>
        </mc:Choice>
        <mc:Fallback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861C8ACC-CAC7-5463-EE59-059486E2BB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07" r="-2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792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4F6A0-35BB-667A-D622-2FC190D6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6F1FA909-9EC9-E599-8BF4-6E6E48EE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？？？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07522" name="文本占位符 2">
            <a:extLst>
              <a:ext uri="{FF2B5EF4-FFF2-40B4-BE49-F238E27FC236}">
                <a16:creationId xmlns:a16="http://schemas.microsoft.com/office/drawing/2014/main" id="{B1EF5D10-A4F3-B1AE-87A8-D45E2039E2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154" y="1041400"/>
            <a:ext cx="11501669" cy="5505450"/>
          </a:xfrm>
          <a:noFill/>
          <a:ln>
            <a:noFill/>
          </a:ln>
        </p:spPr>
        <p:txBody>
          <a:bodyPr anchor="t"/>
          <a:lstStyle/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en-US" altLang="zh-CN" sz="2800" kern="1200" dirty="0">
                <a:latin typeface="微软雅黑" pitchFamily="34" charset="-122"/>
                <a:ea typeface="微软雅黑" pitchFamily="34" charset="-122"/>
                <a:cs typeface="+mn-cs"/>
              </a:rPr>
              <a:t>CF1994F Stardew Valley</a:t>
            </a:r>
          </a:p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zh-CN" altLang="en-US" sz="2800" kern="1200" dirty="0">
                <a:latin typeface="微软雅黑" pitchFamily="34" charset="-122"/>
                <a:ea typeface="微软雅黑" pitchFamily="34" charset="-122"/>
                <a:cs typeface="+mn-cs"/>
              </a:rPr>
              <a:t>一张无向图，有一些特殊边，保证特殊边连通整个图。</a:t>
            </a:r>
            <a:endParaRPr lang="en-US" altLang="zh-CN" sz="2800" kern="1200" dirty="0"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zh-CN" altLang="en-US" sz="2800" dirty="0"/>
              <a:t>找一个环，使得每条边经过至多一次，且每条特殊边都被经过。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324727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68863-8E1F-638B-631C-B7B660D10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BA266583-C781-CF20-2AF2-E18B95246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？？？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07522" name="文本占位符 2">
            <a:extLst>
              <a:ext uri="{FF2B5EF4-FFF2-40B4-BE49-F238E27FC236}">
                <a16:creationId xmlns:a16="http://schemas.microsoft.com/office/drawing/2014/main" id="{D1E0750B-4EFA-1239-56CF-2A09402D01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154" y="1041400"/>
            <a:ext cx="11501669" cy="5505450"/>
          </a:xfrm>
          <a:noFill/>
          <a:ln>
            <a:noFill/>
          </a:ln>
        </p:spPr>
        <p:txBody>
          <a:bodyPr anchor="t"/>
          <a:lstStyle/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en-US" altLang="zh-CN" sz="2800" kern="1200" dirty="0">
                <a:latin typeface="微软雅黑" pitchFamily="34" charset="-122"/>
                <a:ea typeface="微软雅黑" pitchFamily="34" charset="-122"/>
                <a:cs typeface="+mn-cs"/>
              </a:rPr>
              <a:t>CF1991E Coloring Game</a:t>
            </a:r>
          </a:p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zh-CN" altLang="en-US" sz="2800" kern="1200" dirty="0">
                <a:latin typeface="微软雅黑" pitchFamily="34" charset="-122"/>
                <a:ea typeface="微软雅黑" pitchFamily="34" charset="-122"/>
                <a:cs typeface="+mn-cs"/>
              </a:rPr>
              <a:t>交互题</a:t>
            </a:r>
            <a:endParaRPr lang="en-US" altLang="zh-CN" sz="2800" kern="1200" dirty="0"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zh-CN" altLang="en-US" sz="2800" dirty="0"/>
              <a:t>一张无向图，初始时每个点都没染色。</a:t>
            </a:r>
            <a:endParaRPr lang="en-US" altLang="zh-CN" sz="2800" dirty="0"/>
          </a:p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en-US" altLang="zh-CN" sz="2800" dirty="0"/>
              <a:t>A </a:t>
            </a:r>
            <a:r>
              <a:rPr lang="zh-CN" altLang="en-US" sz="2800" dirty="0"/>
              <a:t>每次在 </a:t>
            </a:r>
            <a:r>
              <a:rPr lang="en-US" altLang="zh-CN" sz="2800" dirty="0"/>
              <a:t>1,2,3 </a:t>
            </a:r>
            <a:r>
              <a:rPr lang="zh-CN" altLang="en-US" sz="2800" dirty="0"/>
              <a:t>当中选两个颜色，然后 </a:t>
            </a:r>
            <a:r>
              <a:rPr lang="en-US" altLang="zh-CN" sz="2800" dirty="0"/>
              <a:t>B </a:t>
            </a:r>
            <a:r>
              <a:rPr lang="zh-CN" altLang="en-US" sz="2800" dirty="0"/>
              <a:t>选一个点染成其中的一个颜色。</a:t>
            </a:r>
            <a:endParaRPr lang="en-US" altLang="zh-CN" sz="2800" dirty="0"/>
          </a:p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zh-CN" altLang="en-US" sz="2800" dirty="0"/>
              <a:t>如果有一条边两端点颜色相同则 </a:t>
            </a:r>
            <a:r>
              <a:rPr lang="en-US" altLang="zh-CN" sz="2800" dirty="0"/>
              <a:t>A </a:t>
            </a:r>
            <a:r>
              <a:rPr lang="zh-CN" altLang="en-US" sz="2800" dirty="0"/>
              <a:t>获胜，否则 </a:t>
            </a:r>
            <a:r>
              <a:rPr lang="en-US" altLang="zh-CN" sz="2800" dirty="0"/>
              <a:t>B </a:t>
            </a:r>
            <a:r>
              <a:rPr lang="zh-CN" altLang="en-US" sz="2800" dirty="0"/>
              <a:t>获胜。</a:t>
            </a:r>
            <a:endParaRPr lang="en-US" altLang="zh-CN" sz="2800" dirty="0"/>
          </a:p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zh-CN" altLang="en-US" sz="2800" dirty="0"/>
              <a:t>你需要选择你的角色并获胜。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771450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858F-FDDB-9505-D359-819BAF911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8D21CC7E-4083-3891-D604-E40C53E0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？？？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07522" name="文本占位符 2">
            <a:extLst>
              <a:ext uri="{FF2B5EF4-FFF2-40B4-BE49-F238E27FC236}">
                <a16:creationId xmlns:a16="http://schemas.microsoft.com/office/drawing/2014/main" id="{C5D7CEE1-74DA-2B23-2705-B7EF8DC3B6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154" y="1041400"/>
            <a:ext cx="11501669" cy="5505450"/>
          </a:xfrm>
          <a:noFill/>
          <a:ln>
            <a:noFill/>
          </a:ln>
        </p:spPr>
        <p:txBody>
          <a:bodyPr anchor="t"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800" kern="1200" dirty="0">
                <a:latin typeface="微软雅黑" pitchFamily="34" charset="-122"/>
                <a:ea typeface="微软雅黑" pitchFamily="34" charset="-122"/>
                <a:cs typeface="+mn-cs"/>
              </a:rPr>
              <a:t>QOJ10708 </a:t>
            </a:r>
            <a:r>
              <a:rPr lang="en-US" altLang="zh-CN" sz="2800" dirty="0"/>
              <a:t>Decent Path Around </a:t>
            </a:r>
            <a:r>
              <a:rPr lang="en-US" altLang="zh-CN" sz="2800" dirty="0" err="1"/>
              <a:t>Bajt´ow</a:t>
            </a:r>
            <a:endParaRPr lang="en-US" altLang="zh-CN" sz="2800" kern="1200" dirty="0"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zh-CN" altLang="en-US" sz="2800" kern="1200" dirty="0">
                <a:latin typeface="微软雅黑" pitchFamily="34" charset="-122"/>
                <a:ea typeface="微软雅黑" pitchFamily="34" charset="-122"/>
                <a:cs typeface="+mn-cs"/>
              </a:rPr>
              <a:t>给一张图，有有向边和无向边，现在要将无向边定向，求路径长度最大值。</a:t>
            </a:r>
            <a:endParaRPr lang="en-US" altLang="zh-CN" sz="2800" kern="1200" dirty="0"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zh-CN" altLang="en-US" sz="2800" dirty="0"/>
              <a:t>保证任何定向都无环。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552494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D56F-B442-8898-8131-783408B84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20788DF6-4FB3-E2F0-E0E6-2D48CB529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？？？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77AC43FA-B6A8-2BCC-5621-3DEBEB27F36C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QOJ10334 </a:t>
                </a:r>
                <a:r>
                  <a:rPr lang="en-US" altLang="zh-CN" sz="2800" dirty="0"/>
                  <a:t>Palindromic Path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zh-CN" altLang="en-US" sz="2800" dirty="0"/>
                  <a:t>个点的无向图，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zh-CN" altLang="en-US" sz="2800" dirty="0"/>
                  <a:t>到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zh-CN" altLang="en-US" sz="2800" dirty="0"/>
                  <a:t>每种点权出现两次。对每个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800" dirty="0"/>
                  <a:t>，判断是否存在一条路径满足：</a:t>
                </a:r>
                <a:endParaRPr lang="en-US" altLang="zh-CN" sz="28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2600" dirty="0"/>
                  <a:t>是简单路径</a:t>
                </a:r>
                <a:endParaRPr lang="en-US" altLang="zh-CN" sz="2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2600" dirty="0"/>
                  <a:t>至少两个点</a:t>
                </a:r>
                <a:endParaRPr lang="en-US" altLang="zh-CN" sz="2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2600" dirty="0"/>
                  <a:t>开头点权是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sz="2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2600" dirty="0"/>
                  <a:t>路径上的点权是回文串</a:t>
                </a:r>
                <a:endParaRPr lang="en-US" altLang="zh-CN" sz="2600" dirty="0"/>
              </a:p>
            </p:txBody>
          </p:sp>
        </mc:Choice>
        <mc:Fallback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77AC43FA-B6A8-2BCC-5621-3DEBEB27F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914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FB574-F591-2513-CC97-AEB0488E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C90EE39E-0D22-0491-B1B6-91CC58FD4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？？？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70E87186-AC5A-6FCE-EB23-0DD8D69E844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QOJ789 One-Way Streets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给一张无向图，给每条边定向使得满足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600" dirty="0"/>
                  <a:t> </a:t>
                </a:r>
                <a:r>
                  <a:rPr lang="zh-CN" altLang="en-US" sz="2600" dirty="0"/>
                  <a:t>个形如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600" dirty="0"/>
                  <a:t> </a:t>
                </a:r>
                <a:r>
                  <a:rPr lang="zh-CN" altLang="en-US" sz="2600" dirty="0"/>
                  <a:t>能走到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600" dirty="0"/>
                  <a:t> </a:t>
                </a:r>
                <a:r>
                  <a:rPr lang="zh-CN" altLang="en-US" sz="2600" dirty="0"/>
                  <a:t>的限制。</a:t>
                </a:r>
                <a:endParaRPr lang="en-US" altLang="zh-CN" sz="26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600" dirty="0"/>
                  <a:t>对每条边，求它所有方案中可能的方向。</a:t>
                </a:r>
                <a:endParaRPr lang="en-US" altLang="zh-CN" sz="2600" dirty="0"/>
              </a:p>
            </p:txBody>
          </p:sp>
        </mc:Choice>
        <mc:Fallback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70E87186-AC5A-6FCE-EB23-0DD8D69E84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787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4820E-EDD4-81DC-3819-7F41C6C49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4B8F238F-E5B4-5724-CA83-F2546C810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？？？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A8F1F9A5-39DE-CE09-095F-2A050FAE06DC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CF1697F Too Many Constraints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zh-CN" altLang="en-US" sz="2800" dirty="0"/>
                  <a:t>个整数变量，范围是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zh-CN" altLang="en-US" sz="2800" dirty="0"/>
                  <a:t>到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800" dirty="0"/>
                  <a:t>。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endParaRPr lang="en-US" altLang="zh-CN" sz="28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给变量赋值满足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zh-CN" altLang="en-US" sz="2800" dirty="0"/>
                  <a:t>个限制，限制形如：</a:t>
                </a:r>
                <a:endParaRPr lang="en-US" altLang="zh-CN" sz="280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sz="2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sz="2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sz="2600" dirty="0"/>
              </a:p>
            </p:txBody>
          </p:sp>
        </mc:Choice>
        <mc:Fallback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A8F1F9A5-39DE-CE09-095F-2A050FAE06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599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8FBF2-A37F-B337-3180-657B7827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A089DE26-728C-6287-4C4E-BDB1CC9C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？？？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CC435D4E-5FD4-B5A9-D4E6-47DA7C67C9BE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ABC397G Maximize Distance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给一张无向图，初始边权都为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600" dirty="0"/>
                  <a:t>，选恰好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2600" dirty="0"/>
                  <a:t> </a:t>
                </a:r>
                <a:r>
                  <a:rPr lang="zh-CN" altLang="en-US" sz="2600" dirty="0"/>
                  <a:t>条边边权变为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600" dirty="0"/>
                  <a:t>，最大化</a:t>
                </a:r>
                <a:r>
                  <a:rPr lang="en-US" altLang="zh-CN" sz="2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600" dirty="0"/>
                  <a:t> </a:t>
                </a:r>
                <a:r>
                  <a:rPr lang="zh-CN" altLang="en-US" sz="2600" dirty="0"/>
                  <a:t>到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600" dirty="0"/>
                  <a:t> </a:t>
                </a:r>
                <a:r>
                  <a:rPr lang="zh-CN" altLang="en-US" sz="2600" dirty="0"/>
                  <a:t>的最短路。</a:t>
                </a:r>
                <a:endParaRPr lang="en-US" altLang="zh-CN" sz="26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≤30,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≤100</m:t>
                    </m:r>
                  </m:oMath>
                </a14:m>
                <a:endParaRPr lang="en-US" altLang="zh-CN" sz="2600" dirty="0"/>
              </a:p>
            </p:txBody>
          </p:sp>
        </mc:Choice>
        <mc:Fallback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CC435D4E-5FD4-B5A9-D4E6-47DA7C67C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90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628</Words>
  <Application>Microsoft Office PowerPoint</Application>
  <PresentationFormat>宽屏</PresentationFormat>
  <Paragraphs>59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等线 Light</vt:lpstr>
      <vt:lpstr>微软雅黑</vt:lpstr>
      <vt:lpstr>Arial</vt:lpstr>
      <vt:lpstr>Cambria Math</vt:lpstr>
      <vt:lpstr>Office 主题​​</vt:lpstr>
      <vt:lpstr>图论扩展</vt:lpstr>
      <vt:lpstr>最短路</vt:lpstr>
      <vt:lpstr>最短路</vt:lpstr>
      <vt:lpstr>最短路</vt:lpstr>
      <vt:lpstr>最短路</vt:lpstr>
      <vt:lpstr>最短路</vt:lpstr>
      <vt:lpstr>？？？</vt:lpstr>
      <vt:lpstr>？？？</vt:lpstr>
      <vt:lpstr>？？？</vt:lpstr>
      <vt:lpstr>？？？</vt:lpstr>
      <vt:lpstr>？？？</vt:lpstr>
      <vt:lpstr>？？？</vt:lpstr>
      <vt:lpstr>？？？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蒋凌宇_信科学院</dc:creator>
  <cp:lastModifiedBy>蒋凌宇_信科学院</cp:lastModifiedBy>
  <cp:revision>1</cp:revision>
  <dcterms:created xsi:type="dcterms:W3CDTF">2025-07-28T12:40:33Z</dcterms:created>
  <dcterms:modified xsi:type="dcterms:W3CDTF">2025-07-28T17:29:23Z</dcterms:modified>
</cp:coreProperties>
</file>